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服务验证：新标题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原副标题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副本标题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原副标题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