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22" r:id="rId3"/>
    <p:sldId id="324" r:id="rId5"/>
    <p:sldId id="360" r:id="rId6"/>
    <p:sldId id="352" r:id="rId7"/>
    <p:sldId id="356" r:id="rId8"/>
    <p:sldId id="358" r:id="rId9"/>
    <p:sldId id="355" r:id="rId10"/>
    <p:sldId id="388" r:id="rId11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思源黑体 CN Heavy" panose="020B0A00000000000000" charset="-122"/>
      <p:bold r:id="rId17"/>
    </p:embeddedFont>
    <p:embeddedFont>
      <p:font typeface="Montserrat" panose="00000500000000000000" charset="0"/>
      <p:regular r:id="rId18"/>
    </p:embeddedFont>
    <p:embeddedFont>
      <p:font typeface="MiSans Light" panose="00000400000000000000" charset="-122"/>
      <p:regular r:id="rId19"/>
    </p:embeddedFont>
    <p:embeddedFont>
      <p:font typeface="Montserrat ExtraBold" panose="00000900000000000000" charset="0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tags" Target="tags/tag9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3.png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image" Target="../media/image4.png"/><Relationship Id="rId30" Type="http://schemas.openxmlformats.org/officeDocument/2006/relationships/tags" Target="../tags/tag29.xml"/><Relationship Id="rId31" Type="http://schemas.openxmlformats.org/officeDocument/2006/relationships/tags" Target="../tags/tag30.xml"/><Relationship Id="rId32" Type="http://schemas.openxmlformats.org/officeDocument/2006/relationships/tags" Target="../tags/tag31.xml"/><Relationship Id="rId33" Type="http://schemas.openxmlformats.org/officeDocument/2006/relationships/tags" Target="../tags/tag32.xml"/><Relationship Id="rId34" Type="http://schemas.openxmlformats.org/officeDocument/2006/relationships/tags" Target="../tags/tag33.xml"/><Relationship Id="rId35" Type="http://schemas.openxmlformats.org/officeDocument/2006/relationships/tags" Target="../tags/tag34.xml"/><Relationship Id="rId36" Type="http://schemas.openxmlformats.org/officeDocument/2006/relationships/slideLayout" Target="../slideLayouts/slideLayout2.xml"/><Relationship Id="rId3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image" Target="../media/image5.png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image" Target="../media/image7.jpeg"/><Relationship Id="rId3" Type="http://schemas.openxmlformats.org/officeDocument/2006/relationships/tags" Target="../tags/tag39.xml"/><Relationship Id="rId4" Type="http://schemas.openxmlformats.org/officeDocument/2006/relationships/image" Target="../media/image8.png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Relationship Id="rId9" Type="http://schemas.openxmlformats.org/officeDocument/2006/relationships/tags" Target="../tags/tag44.xml"/><Relationship Id="rId10" Type="http://schemas.openxmlformats.org/officeDocument/2006/relationships/tags" Target="../tags/tag45.xml"/><Relationship Id="rId11" Type="http://schemas.openxmlformats.org/officeDocument/2006/relationships/tags" Target="../tags/tag46.xml"/><Relationship Id="rId12" Type="http://schemas.openxmlformats.org/officeDocument/2006/relationships/tags" Target="../tags/tag47.xml"/><Relationship Id="rId13" Type="http://schemas.openxmlformats.org/officeDocument/2006/relationships/image" Target="../media/image4.png"/><Relationship Id="rId14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tags" Target="../tags/tag53.xml"/><Relationship Id="rId8" Type="http://schemas.openxmlformats.org/officeDocument/2006/relationships/tags" Target="../tags/tag54.xml"/><Relationship Id="rId9" Type="http://schemas.openxmlformats.org/officeDocument/2006/relationships/tags" Target="../tags/tag55.xml"/><Relationship Id="rId10" Type="http://schemas.openxmlformats.org/officeDocument/2006/relationships/tags" Target="../tags/tag56.xml"/><Relationship Id="rId11" Type="http://schemas.openxmlformats.org/officeDocument/2006/relationships/tags" Target="../tags/tag57.xml"/><Relationship Id="rId12" Type="http://schemas.openxmlformats.org/officeDocument/2006/relationships/tags" Target="../tags/tag58.xml"/><Relationship Id="rId13" Type="http://schemas.openxmlformats.org/officeDocument/2006/relationships/tags" Target="../tags/tag59.xml"/><Relationship Id="rId14" Type="http://schemas.openxmlformats.org/officeDocument/2006/relationships/tags" Target="../tags/tag60.xml"/><Relationship Id="rId15" Type="http://schemas.openxmlformats.org/officeDocument/2006/relationships/tags" Target="../tags/tag61.xml"/><Relationship Id="rId16" Type="http://schemas.openxmlformats.org/officeDocument/2006/relationships/tags" Target="../tags/tag62.xml"/><Relationship Id="rId17" Type="http://schemas.openxmlformats.org/officeDocument/2006/relationships/image" Target="../media/image10.png"/><Relationship Id="rId18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image" Target="../media/image9.png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tags" Target="../tags/tag68.xml"/><Relationship Id="rId8" Type="http://schemas.openxmlformats.org/officeDocument/2006/relationships/tags" Target="../tags/tag69.xml"/><Relationship Id="rId9" Type="http://schemas.openxmlformats.org/officeDocument/2006/relationships/tags" Target="../tags/tag70.xml"/><Relationship Id="rId10" Type="http://schemas.openxmlformats.org/officeDocument/2006/relationships/tags" Target="../tags/tag71.xml"/><Relationship Id="rId11" Type="http://schemas.openxmlformats.org/officeDocument/2006/relationships/tags" Target="../tags/tag72.xml"/><Relationship Id="rId12" Type="http://schemas.openxmlformats.org/officeDocument/2006/relationships/tags" Target="../tags/tag73.xml"/><Relationship Id="rId13" Type="http://schemas.openxmlformats.org/officeDocument/2006/relationships/image" Target="../media/image10.png"/><Relationship Id="rId14" Type="http://schemas.openxmlformats.org/officeDocument/2006/relationships/image" Target="../media/image11.jpeg"/><Relationship Id="rId15" Type="http://schemas.openxmlformats.org/officeDocument/2006/relationships/image" Target="../media/image12.jpeg"/><Relationship Id="rId16" Type="http://schemas.openxmlformats.org/officeDocument/2006/relationships/image" Target="../media/image13.jpeg"/><Relationship Id="rId17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image" Target="../media/image8.png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Relationship Id="rId12" Type="http://schemas.openxmlformats.org/officeDocument/2006/relationships/tags" Target="../tags/tag84.xml"/><Relationship Id="rId13" Type="http://schemas.openxmlformats.org/officeDocument/2006/relationships/tags" Target="../tags/tag85.xml"/><Relationship Id="rId14" Type="http://schemas.openxmlformats.org/officeDocument/2006/relationships/tags" Target="../tags/tag86.xml"/><Relationship Id="rId15" Type="http://schemas.openxmlformats.org/officeDocument/2006/relationships/tags" Target="../tags/tag87.xml"/><Relationship Id="rId16" Type="http://schemas.openxmlformats.org/officeDocument/2006/relationships/tags" Target="../tags/tag88.xml"/><Relationship Id="rId17" Type="http://schemas.openxmlformats.org/officeDocument/2006/relationships/tags" Target="../tags/tag89.xml"/><Relationship Id="rId18" Type="http://schemas.openxmlformats.org/officeDocument/2006/relationships/image" Target="../media/image4.png"/><Relationship Id="rId19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tags" Target="../tags/tag9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工作总结汇报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000" dirty="0">
                <a:ln>
                  <a:solidFill>
                    <a:schemeClr val="bg1"/>
                  </a:solidFill>
                </a:ln>
                <a:solidFill/>
              </a:rPr>
              <a:t>2025</a:t>
            </a:r>
            <a:r>
              <a:rPr lang="zh-CN" altLang="en-US" sz="6000" dirty="0">
                <a:ln>
                  <a:solidFill>
                    <a:schemeClr val="bg1"/>
                  </a:solidFill>
                </a:ln>
                <a:noFill/>
              </a:rPr>
              <a:t>年第</a:t>
            </a:r>
            <a:r>
              <a:rPr lang="zh-CN" altLang="en-US" sz="6000" dirty="0">
                <a:ln>
                  <a:solidFill>
                    <a:schemeClr val="bg1"/>
                  </a:solidFill>
                </a:ln>
                <a:noFill/>
              </a:rPr>
              <a:t>三季度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三季度工作完成情况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Q3 Progress Summary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/>
            <a:r>
              <a:rPr lang="en-US" altLang="zh-CN" sz="4400" dirty="0">
                <a:ln>
                  <a:solidFill>
                    <a:schemeClr val="accent2"/>
                  </a:solidFill>
                </a:ln>
                <a:solid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2.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3.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4.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5.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工作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文字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>
                <a:solidFill/>
              </a:defRPr>
            </a:pP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/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/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/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感谢观看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pPr/>
            <a:r>
              <a:rPr lang="en-US" altLang="zh-CN" sz="6600" dirty="0">
                <a:ln>
                  <a:solidFill>
                    <a:schemeClr val="bg1"/>
                  </a:solidFill>
                </a:ln>
                <a:solidFill/>
              </a:rPr>
              <a:t>TANKS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9b08da44-d8e6-4a98-bf5e-1d39b686f67f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picid" val="{babba2cf-812c-47f4-86b1-2dd0855714dd}"/>
</p:tagLst>
</file>

<file path=ppt/tags/tag38.xml><?xml version="1.0" encoding="utf-8"?>
<p:tagLst xmlns:p="http://schemas.openxmlformats.org/presentationml/2006/main">
  <p:tag name="picid" val="{295d0163-9520-4324-9f21-1ffd708458b6}"/>
</p:tagLst>
</file>

<file path=ppt/tags/tag39.xml><?xml version="1.0" encoding="utf-8"?>
<p:tagLst xmlns:p="http://schemas.openxmlformats.org/presentationml/2006/main">
  <p:tag name="picid" val="{e9a94400-3eeb-419d-81b6-244d53a33a60}"/>
</p:tagLst>
</file>

<file path=ppt/tags/tag40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1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2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3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4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5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6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7.xml><?xml version="1.0" encoding="utf-8"?>
<p:tagLst xmlns:p="http://schemas.openxmlformats.org/presentationml/2006/main">
  <p:tag name="PA" val="v5.2.10"/>
</p:tagLst>
</file>

<file path=ppt/tags/tag48.xml><?xml version="1.0" encoding="utf-8"?>
<p:tagLst xmlns:p="http://schemas.openxmlformats.org/presentationml/2006/main">
  <p:tag name="PA" val="v5.2.10"/>
</p:tagLst>
</file>

<file path=ppt/tags/tag4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3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4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5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6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7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8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3.xml><?xml version="1.0" encoding="utf-8"?>
<p:tagLst xmlns:p="http://schemas.openxmlformats.org/presentationml/2006/main">
  <p:tag name="picid" val="{00770785-d9bf-44e6-bbde-822de7625730}"/>
</p:tagLst>
</file>

<file path=ppt/tags/tag64.xml><?xml version="1.0" encoding="utf-8"?>
<p:tagLst xmlns:p="http://schemas.openxmlformats.org/presentationml/2006/main">
  <p:tag name="PA" val="v5.2.10"/>
</p:tagLst>
</file>

<file path=ppt/tags/tag65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6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7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8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69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0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1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2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3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5.xml><?xml version="1.0" encoding="utf-8"?>
<p:tagLst xmlns:p="http://schemas.openxmlformats.org/presentationml/2006/main">
  <p:tag name="picid" val="{f021ca3c-621f-4076-82fe-1ef44cea8e43}"/>
</p:tagLst>
</file>

<file path=ppt/tags/tag7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8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0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1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2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3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5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8.xml><?xml version="1.0" encoding="utf-8"?>
<p:tagLst xmlns:p="http://schemas.openxmlformats.org/presentationml/2006/main">
  <p:tag name="PA" val="v5.2.10"/>
</p:tagLst>
</file>

<file path=ppt/tags/tag8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90.xml><?xml version="1.0" encoding="utf-8"?>
<p:tagLst xmlns:p="http://schemas.openxmlformats.org/presentationml/2006/main">
  <p:tag name="picid" val="{bd346fe8-2899-4684-bf43-8fed2a0f916b}"/>
</p:tagLst>
</file>

<file path=ppt/tags/tag91.xml><?xml version="1.0" encoding="utf-8"?>
<p:tagLst xmlns:p="http://schemas.openxmlformats.org/presentationml/2006/main">
  <p:tag name="PA" val="v5.2.10"/>
</p:tagLst>
</file>

<file path=ppt/tags/tag92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WPS 演示</Application>
  <PresentationFormat>宽屏</PresentationFormat>
  <Paragraphs>118</Paragraphs>
  <Slides>8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在雨中等雨停</cp:lastModifiedBy>
  <cp:revision>266</cp:revision>
  <dcterms:created xsi:type="dcterms:W3CDTF">2022-06-27T07:27:00Z</dcterms:created>
  <dcterms:modified xsi:type="dcterms:W3CDTF">2025-07-25T07:01:52Z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A9F9A4CF5ADD43C5B0F589970BB4A7D1_13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v1.0_mb_qNexfQt/Oy6Yfuste6Wwbw==</vt:lpwstr>
  </property>
</Properties>
</file>