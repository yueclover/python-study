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60" r:id="rId6"/>
    <p:sldId id="389" r:id="rId22"/>
    <p:sldId id="390" r:id="rId23"/>
    <p:sldId id="391" r:id="rId24"/>
    <p:sldId id="392" r:id="rId25"/>
    <p:sldId id="393" r:id="rId26"/>
    <p:sldId id="394" r:id="rId27"/>
    <p:sldId id="352" r:id="rId7"/>
    <p:sldId id="395" r:id="rId28"/>
    <p:sldId id="396" r:id="rId29"/>
    <p:sldId id="397" r:id="rId30"/>
    <p:sldId id="398" r:id="rId31"/>
    <p:sldId id="356" r:id="rId8"/>
    <p:sldId id="399" r:id="rId32"/>
    <p:sldId id="400" r:id="rId33"/>
    <p:sldId id="401" r:id="rId34"/>
    <p:sldId id="402" r:id="rId35"/>
    <p:sldId id="403" r:id="rId36"/>
    <p:sldId id="358" r:id="rId9"/>
    <p:sldId id="404" r:id="rId37"/>
    <p:sldId id="405" r:id="rId38"/>
    <p:sldId id="406" r:id="rId39"/>
    <p:sldId id="407" r:id="rId40"/>
    <p:sldId id="408" r:id="rId41"/>
    <p:sldId id="355" r:id="rId10"/>
    <p:sldId id="409" r:id="rId42"/>
    <p:sldId id="410" r:id="rId43"/>
    <p:sldId id="411" r:id="rId44"/>
    <p:sldId id="412" r:id="rId45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2026年AI发展分析报告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技术奇点前夜的产业重构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发布机构：全球AI研究院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2026年Q1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
注
AI
探
索未
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宏观格局</a:t>
            </a: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技术演进</a:t>
            </a: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应用场景</a:t>
            </a: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竞争格局</a:t>
            </a: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风险伦理</a:t>
            </a: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未来展望</a:t>
            </a: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宏观格局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Global Macro Pattern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技术演进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Evolution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应用场景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Application Scenarios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竞争格局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Competitive Landscape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>风险伦理</a:t>
            </a: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>Risk &amp; Ethics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Future Outlook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未来展望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执行摘要：2026年全球AI市场规模突破万亿美元，Agent成为新交互入口。研究覆盖全球主要经济体及细分赛道，揭示产业重构趋势。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核心结论：
1. 市场规模：突破万亿大关
2. 交互变革：Agent成为主流入口
3. 覆盖范围：全球主要经济体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2026年全球AI市场增长率达28%，北美占比45%，亚太占比30%。区域分布呈现多元化增速，新兴市场潜力巨大。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图表数据说明：
- 全球平均增速：28%
- 北美市场份额：45%
- 亚太市场份额：30%
- 其他区域：25%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区域市场分布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北美地区占据主导地位，得益于强大的算力基础设施与头部科技企业聚集效应。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亚太增长引擎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亚太地区凭借庞大的应用场景与政策支持，成为增速最快的核心市场。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 北美市场成熟度高，引领技术创新。
2. 亚太市场应用落地快，规模扩张迅速。
3. 欧洲市场注重合规，稳健增长。
4. 拉美与非洲市场起步晚，潜力待挖掘。
5. 全球协同合作与局部竞争并存。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基础模型技术突破：LLM上下文窗口扩展至千万级，多模态理解准确率提升至95%，推理模型在复杂逻辑任务中表现超越人类专家。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关键指标：
- 上下文窗口：千万级Token
- 多模态准确率：95%
- 逻辑推理：超越人类专家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上下文扩展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支持千万级Token输入，实现长文档与全视频内容的完整理解与分析。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多模态融合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视觉、听觉与文本理解深度融合，准确率达到95%，接近人类感知水平。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推理能力跃升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在数学、编程及复杂逻辑推演任务中，表现显著超越人类专家平均水平。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算力设施规模扩张：全球数据中心算力规模同比增长40%，GPU供给紧张缓解但高端芯片仍稀缺，算力租赁成本下降15%。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算力规模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全球数据中心算力总规模同比增长40%，满足大模型训练与推理需求。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芯片供给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中低端GPU供给缓解，但H100/B100等高端芯片依然稀缺，供需紧平衡。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租赁成本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随着集群效率提升，算力租赁单位成本下降15%，降低企业使用门槛。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企业服务智能化：SaaS+AI渗透率达70%，智能客服解决率提升至85%，ERP系统通过AI实现自动化流程编排，效率提升40%。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关键成效：
- SaaS+AI渗透率：70%
- 客服解决率：85%
- ERP效率提升：40%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SaaS融合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AI功能成为SaaS产品标配，渗透率达到70%，显著提升用户粘性。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流程自动化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ERP系统利用AI进行智能流程编排，减少人工干预，整体效率提升40%。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AI重塑生产力，开启智能新时代。感谢研究团队与合作伙伴的辛勤付出。数据来源：全球AI研究院数据库。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
注
AI
探
索未
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巨头战略分化：OpenAI坚持闭源领先，Google强化生态绑定，Microsoft深耕企业集成。各方在算力储备与模型路线上展开差异化竞争。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竞争焦点：
1. 模型开源策略
2. 生态系统绑定
3. 算力基础设施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中国厂商崛起：百度、阿里、字节、DeepSeek等在大模型迭代上紧跟国际前沿，行业垂直应用落地迅速，出海策略初见成效。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主要进展：
- 模型迭代速度加快
- 垂直行业深度整合
- 海外市场逐步拓展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初创生态繁荣：全球AI独角兽数量达150家，融资集中在Agent基础设施与垂直应用，估值逻辑从用户增长转向营收能力。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投资趋势：
- 独角兽数量：150家
- 热点：Agent与垂直应用
- 估值：看重营收能力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技术未来预测：2027-2030年AGI雏形显现，超级智能在特定科学领域突破，关键技术里程碑包括自我进化代码与通用机器人。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前瞻展望：
- AGI雏形：2027-2030
- 科学领域突破
- 自我进化代码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产业未来预测：市场集中度进一步提高，新兴赛道如脑机接口、AI生物制造爆发，传统软件行业面临颠覆性重构。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趋势预判：
- 市场集中度提升
- 脑机接口爆发
- 软件行业重构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风险提示：警惕技术泡沫破裂风险，监管反制可能导致业务中断，重大安全事故可能引发公众信任危机与伦理争议。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主要风险：
1. 技术泡沫破裂
2. 监管政策反制
3. 安全信任危机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投融资理性回归：2026年AI领域融资总额达800亿美元，早期轮次减少，C轮后并购退出案例增加，资本趋向头部集中。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资本动态：
- 融资总额：800亿美元
- 早期投资降温
- 并购退出增加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融资总额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尽管总额庞大，但资金更多流向已展现商业潜力的中后期项目。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并购趋势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大型科技公司通过并购优质初创团队获取技术与人才，退出渠道多元化。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 早期泡沫消退，投资人更谨慎。
2. 头部效应明显，资源向巨头集中。
3. 垂直领域应用更受资本青睐。
4. 并购成为重要退出路径。
5. 估值体系回归理性基本面。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政策监管收紧：欧盟AI法案全面实施，各国建立AI安全治理框架，合规成本成为企业重要支出，数据跨境流动限制加剧。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监管重点：
- 欧盟AI法案实施
- 安全治理框架建立
- 数据跨境限制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合规成本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企业需投入大量资源满足透明度与安全性要求，合规成为核心竞争力。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数据主权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各国加强数据本地化存储要求，跨境数据流动面临更严格的审查与限制。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 全球监管碎片化带来挑战。
2. 高风险应用受到严格监控。
3. 版权与数据隐私争议不断。
4. 政府主导的安全标准出台。
5. 合规科技（RegTech）迎来机遇。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中美技术博弈：技术封锁延伸至量子计算与生物AI，出口管制清单扩大，产业链局部脱钩促使中国加速自主可控体系建设。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博弈焦点：
- 量子与生物AI封锁
- 出口管制扩大
- 自主可控加速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技术封锁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美国扩大高科技出口管制，试图在尖端领域保持绝对优势地位。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自主替代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中国加速构建自主芯片与软件生态，减少对外部供应链的依赖。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 科技脱钩风险长期存在。
2. 全球供应链重组不可避免。
3. 自主研发投入大幅增加。
4. 国际合作在非敏感领域继续。
5. 技术标准争夺日益激烈。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战略建议：企业应建立AI原生组织架构，政府需完善敏捷监管框架，投资者应关注具有真实造血能力的垂直应用层。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行动指南：
- 企业：AI原生组织
- 政府：敏捷监管
- 投资：垂直应用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企业战略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打破部门壁垒，建立以AI为核心驱动力的组织架构与业务流程。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政策建议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建立沙盒机制与敏捷监管框架，平衡创新激励与风险防控。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 企业需重视数据资产积累。
2. 政府应加强基础设施建设。
3. 投资者需辨别伪需求与真价值。
4. 产学研合作加速技术转化。
5. 全球化视野布局产业链。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AI Agent商业落地加速：智能体在自主规划与工具调用上取得突破，预计60%的企业软件将集成Agent交互界面，重塑工作流。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核心趋势：
- 自主规划能力增强
- 工具调用无缝衔接
- 60%软件集成Agent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自主规划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Agent能够拆解复杂目标，自主制定执行步骤并动态调整策略。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工具调用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熟练调用API、数据库及外部软件，实现跨平台自动化操作。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交互界面重构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自然语言成为新UI，预计六成企业软件将采用Agent对话式交互。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具身智能规模化商用：人形机器人量产成本降至2万美元以下，自动驾驶L4级别在特定场景规模化商用，感知决策能力显著增强。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产业里程碑：
- 人形机器人成本：&lt; $20,000
- 自动驾驶：L4级规模化
- 感知决策：显著增强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成本突破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供应链优化与规模化生产使人形机器人成本大幅降低，进入商业可行区间。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自动驾驶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L4级自动驾驶在物流、出租等特定场景实现规模化商用，安全性得到验证。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感知决策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具身AI结合大模型，显著提升在非结构化环境中的实时感知与决策能力。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AI安全挑战：可解释性技术取得进展但仍不足，红队测试成为标配，针对AI失控风险的防御机制与对齐研究投入大幅增加。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安全重点：
- 可解释性待提升
- 红队测试常态化
- 对齐研究投入增加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可解释性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黑盒模型决策逻辑仍难完全透明，影响高危场景下的信任建立。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红队测试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发布前进行对抗性攻击测试成为行业标准，以发现潜在安全漏洞。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价值对齐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确保AI目标与人类价值观一致的研究投入激增，防范失控风险。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伦理社会影响：深度伪造检测技术滞后于生成技术，隐私泄露事件频发，数字鸿沟扩大引发社会公平性讨论与政策干预。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社会议题：
- 深伪检测滞后
- 隐私泄露频发
- 数字鸿沟扩大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深度伪造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生成逼真虚假音视频门槛降低，检测技术难以同步跟进，威胁信息安全。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隐私保护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大规模数据训练引发隐私担忧，匿名化技术与法规需进一步完善。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数字鸿沟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掌握AI技术的群体获益更多，加剧社会不平等，需政策引导公平普及。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能源可持续性：AI算力能耗占全球电力3%，绿色数据中心占比提升至40%，核能供电与液冷技术成为缓解能耗焦虑关键。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能源对策：
- 算力能耗占比：3%
- 绿色数据中心：40%
- 核能与液冷技术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能耗挑战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AI训练与推理消耗巨大电力，对全球电网稳定性提出严峻考验。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绿色转型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采用可再生能源的数据中心占比升至40%，碳足迹管理成为硬指标。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新技术应用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核能小型堆供电与浸没式液冷技术广泛应用，显著提升能源利用效率。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芯片架构创新：专用ASIC芯片能效比提升3倍，端侧AI芯片支持本地运行7B参数模型，硬件架构向存算一体化演进。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ASIC能效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针对特定模型优化的ASIC芯片能效比提升3倍，大幅降低运营电费。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端侧推理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高性能端侧芯片支持在手机/PC本地运行7B参数模型，保障数据隐私。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存算一体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硬件架构向存算一体化演进，突破冯·诺依曼瓶颈，提升数据吞吐率。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数据范式转型：高质量自然语言数据接近枯竭，合成数据占比提升至30%，预训练从单纯规模扩张转向数据质量与多样性优化。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数据枯竭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互联网公开高质量文本数据几近耗尽，迫使行业寻找新的数据来源。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合成数据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AI生成的合成数据占比提升至30%，用于弥补特定领域数据不足。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质量优先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训练策略从堆砌数据规模转向精细化清洗，强调数据多样性与高质量。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人才教育变革：全球AI人才缺口达500万，算法工程师薪资持平高管，高校全面引入AI通识课程，终身学习体系加速构建。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人才缺口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全球范围内专业人才供不应求，缺口高达500万，招聘竞争白热化。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薪酬水平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顶尖AI工程师薪酬待遇比肩企业高管，反映其核心价值与稀缺性。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教育改革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高校普及AI通识教育，社会终身学习体系完善，以适应技术快速迭代。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商业模式创新：MaaS（模型即服务）成为主流，按结果付费模式在营销领域普及，开源模型通过企业级支持与服务实现变现。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MaaS主流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企业无需自建模型，通过API调用即可享受顶级AI能力，降低门槛。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付费模式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从按Token付费转向按业务结果（如线索、转化）付费，价值更直观。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开源变现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开源厂商通过提供私有化部署、技术支持与定制开发服务实现盈利。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开源生态繁荣：Llama、Qwen等开源模型占据半壁江山，社区贡献代码量激增，开源推动技术民主化并倒逼闭源厂商降价。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开源份额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主流开源模型性能逼近闭源，占据市场半数份额，成为开发者首选。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社区活力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全球开发者社区贡献激增，插件、微调模型与应用案例层出不穷。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市场竞争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开源压力迫使闭源厂商降低价格并开放部分能力，惠及广大用户。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消费互联网重构：AI搜索市场份额增至25%，生成式内容占据短视频平台30%流量，电商个性化推荐转化率提升20%。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市场变化：
- AI搜索份额：25%
- AIGC视频流量：30%
- 电商转化率提升：20%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AI搜索崛起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传统搜索引擎受到挑战，AI搜索凭借直接答案获取25%的市场份额。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内容生成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AIGC生成的短视频内容丰富平台生态，占据30%的用户浏览流量。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金融医疗深化：金融风控误报率降低50%，智能投顾管理资产规模破万亿；医疗影像诊断准确率超98%，新药研发周期缩短30%。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行业突破：
- 风控误报率：-50%
- 影像诊断准确率：&gt;98%
- 新药研发周期：-30%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金融风控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AI模型精准识别异常交易，误报率降低50%，智能投顾资产管理破万亿。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智慧医疗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影像辅助诊断准确率超过98%，AI加速分子筛选，新药研发周期缩短30%。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制造能源升级：工业缺陷检测效率提升10倍，能源电网通过AI调度降低损耗15%，材料研发筛选速度加快百倍。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效能提升：
- 缺陷检测效率：+10倍
- 电网损耗降低：15%
- 材料筛选速度：+100倍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智能制造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视觉AI实现流水线实时缺陷检测，效率提升10倍，大幅降低次品率。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绿色能源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AI优化电网负荷调度，降低传输损耗15%，提升可再生能源消纳能力。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ROI实证分析：企业AI项目平均回报周期缩短至12个月，失败案例多因数据治理不善，成功落地依赖于业务流程重组而非单纯技术叠加。</a:t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落地洞察：
- 回报周期：12个月
- 失败主因：数据治理
- 成功关键：流程重组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回报周期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随着工具成熟，AI项目见效更快，平均12个月即可实现正向收益。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成功要素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单纯技术引入往往失败，必须配合业务流程重组与数据治理优化。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