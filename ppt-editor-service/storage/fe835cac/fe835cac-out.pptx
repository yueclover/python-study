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322" r:id="rId3"/>
    <p:sldId id="324" r:id="rId5"/>
    <p:sldId id="360" r:id="rId6"/>
    <p:sldId id="389" r:id="rId22"/>
    <p:sldId id="390" r:id="rId23"/>
    <p:sldId id="391" r:id="rId24"/>
    <p:sldId id="352" r:id="rId7"/>
    <p:sldId id="392" r:id="rId25"/>
    <p:sldId id="393" r:id="rId26"/>
    <p:sldId id="394" r:id="rId27"/>
    <p:sldId id="356" r:id="rId8"/>
    <p:sldId id="395" r:id="rId28"/>
    <p:sldId id="396" r:id="rId29"/>
    <p:sldId id="358" r:id="rId9"/>
    <p:sldId id="397" r:id="rId30"/>
    <p:sldId id="355" r:id="rId10"/>
    <p:sldId id="398" r:id="rId31"/>
    <p:sldId id="399" r:id="rId32"/>
    <p:sldId id="388" r:id="rId11"/>
  </p:sldIdLst>
  <p:sldSz cx="12192000" cy="6858000"/>
  <p:notesSz cx="6858000" cy="9144000"/>
  <p:embeddedFontLst>
    <p:embeddedFont>
      <p:font typeface="黑体" panose="02010609060101010101" charset="-122"/>
      <p:regular r:id="rId16"/>
    </p:embeddedFont>
    <p:embeddedFont>
      <p:font typeface="思源黑体 CN Heavy" panose="020B0A00000000000000" charset="-122"/>
      <p:bold r:id="rId17"/>
    </p:embeddedFont>
    <p:embeddedFont>
      <p:font typeface="Montserrat" panose="00000500000000000000" charset="0"/>
      <p:regular r:id="rId18"/>
    </p:embeddedFont>
    <p:embeddedFont>
      <p:font typeface="MiSans Light" panose="00000400000000000000" charset="-122"/>
      <p:regular r:id="rId19"/>
    </p:embeddedFont>
    <p:embeddedFont>
      <p:font typeface="Montserrat ExtraBold" panose="00000900000000000000" charset="0"/>
      <p:bold r:id="rId20"/>
    </p:embeddedFont>
  </p:embeddedFontLst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AF2"/>
    <a:srgbClr val="C1D6FF"/>
    <a:srgbClr val="2C70FF"/>
    <a:srgbClr val="0048E5"/>
    <a:srgbClr val="C5E5FF"/>
    <a:srgbClr val="95C0FF"/>
    <a:srgbClr val="E1E6EF"/>
    <a:srgbClr val="CED6E4"/>
    <a:srgbClr val="0E55ED"/>
    <a:srgbClr val="327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1" autoAdjust="0"/>
    <p:restoredTop sz="96066" autoAdjust="0"/>
  </p:normalViewPr>
  <p:slideViewPr>
    <p:cSldViewPr snapToGrid="0">
      <p:cViewPr>
        <p:scale>
          <a:sx n="66" d="100"/>
          <a:sy n="66" d="100"/>
        </p:scale>
        <p:origin x="2106" y="7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tags" Target="tags/tag92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黑体" panose="02010609060101010101" charset="-122"/>
              </a:rPr>
            </a:fld>
            <a:endParaRPr lang="zh-CN" altLang="en-US">
              <a:latin typeface="黑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黑体" panose="02010609060101010101" charset="-122"/>
              </a:rPr>
            </a:fld>
            <a:endParaRPr lang="zh-CN" altLang="en-US">
              <a:latin typeface="黑体" panose="0201060906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88B30F0F-2FCE-41B7-BA44-BA2C5115099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487887" y="1148162"/>
            <a:ext cx="5110246" cy="5089126"/>
          </a:xfrm>
          <a:custGeom>
            <a:avLst/>
            <a:gdLst>
              <a:gd name="connsiteX0" fmla="*/ 267637 w 5110246"/>
              <a:gd name="connsiteY0" fmla="*/ 0 h 5089126"/>
              <a:gd name="connsiteX1" fmla="*/ 4842609 w 5110246"/>
              <a:gd name="connsiteY1" fmla="*/ 0 h 5089126"/>
              <a:gd name="connsiteX2" fmla="*/ 5110246 w 5110246"/>
              <a:gd name="connsiteY2" fmla="*/ 267637 h 5089126"/>
              <a:gd name="connsiteX3" fmla="*/ 5110246 w 5110246"/>
              <a:gd name="connsiteY3" fmla="*/ 4821489 h 5089126"/>
              <a:gd name="connsiteX4" fmla="*/ 4842609 w 5110246"/>
              <a:gd name="connsiteY4" fmla="*/ 5089126 h 5089126"/>
              <a:gd name="connsiteX5" fmla="*/ 267637 w 5110246"/>
              <a:gd name="connsiteY5" fmla="*/ 5089126 h 5089126"/>
              <a:gd name="connsiteX6" fmla="*/ 0 w 5110246"/>
              <a:gd name="connsiteY6" fmla="*/ 4821489 h 5089126"/>
              <a:gd name="connsiteX7" fmla="*/ 0 w 5110246"/>
              <a:gd name="connsiteY7" fmla="*/ 267637 h 5089126"/>
              <a:gd name="connsiteX8" fmla="*/ 267637 w 5110246"/>
              <a:gd name="connsiteY8" fmla="*/ 0 h 5089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10246" h="5089126">
                <a:moveTo>
                  <a:pt x="267637" y="0"/>
                </a:moveTo>
                <a:lnTo>
                  <a:pt x="4842609" y="0"/>
                </a:lnTo>
                <a:cubicBezTo>
                  <a:pt x="4990421" y="0"/>
                  <a:pt x="5110246" y="119825"/>
                  <a:pt x="5110246" y="267637"/>
                </a:cubicBezTo>
                <a:lnTo>
                  <a:pt x="5110246" y="4821489"/>
                </a:lnTo>
                <a:cubicBezTo>
                  <a:pt x="5110246" y="4969301"/>
                  <a:pt x="4990421" y="5089126"/>
                  <a:pt x="4842609" y="5089126"/>
                </a:cubicBezTo>
                <a:lnTo>
                  <a:pt x="267637" y="5089126"/>
                </a:lnTo>
                <a:cubicBezTo>
                  <a:pt x="119825" y="5089126"/>
                  <a:pt x="0" y="4969301"/>
                  <a:pt x="0" y="4821489"/>
                </a:cubicBezTo>
                <a:lnTo>
                  <a:pt x="0" y="267637"/>
                </a:lnTo>
                <a:cubicBezTo>
                  <a:pt x="0" y="119825"/>
                  <a:pt x="119825" y="0"/>
                  <a:pt x="26763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1055687" y="1183704"/>
            <a:ext cx="5230812" cy="3693096"/>
          </a:xfrm>
          <a:custGeom>
            <a:avLst/>
            <a:gdLst>
              <a:gd name="connsiteX0" fmla="*/ 224319 w 5230812"/>
              <a:gd name="connsiteY0" fmla="*/ 0 h 3693096"/>
              <a:gd name="connsiteX1" fmla="*/ 5006493 w 5230812"/>
              <a:gd name="connsiteY1" fmla="*/ 0 h 3693096"/>
              <a:gd name="connsiteX2" fmla="*/ 5230812 w 5230812"/>
              <a:gd name="connsiteY2" fmla="*/ 224319 h 3693096"/>
              <a:gd name="connsiteX3" fmla="*/ 5230812 w 5230812"/>
              <a:gd name="connsiteY3" fmla="*/ 3468777 h 3693096"/>
              <a:gd name="connsiteX4" fmla="*/ 5006493 w 5230812"/>
              <a:gd name="connsiteY4" fmla="*/ 3693096 h 3693096"/>
              <a:gd name="connsiteX5" fmla="*/ 224319 w 5230812"/>
              <a:gd name="connsiteY5" fmla="*/ 3693096 h 3693096"/>
              <a:gd name="connsiteX6" fmla="*/ 0 w 5230812"/>
              <a:gd name="connsiteY6" fmla="*/ 3468777 h 3693096"/>
              <a:gd name="connsiteX7" fmla="*/ 0 w 5230812"/>
              <a:gd name="connsiteY7" fmla="*/ 224319 h 3693096"/>
              <a:gd name="connsiteX8" fmla="*/ 224319 w 5230812"/>
              <a:gd name="connsiteY8" fmla="*/ 0 h 369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30812" h="3693096">
                <a:moveTo>
                  <a:pt x="224319" y="0"/>
                </a:moveTo>
                <a:lnTo>
                  <a:pt x="5006493" y="0"/>
                </a:lnTo>
                <a:cubicBezTo>
                  <a:pt x="5130381" y="0"/>
                  <a:pt x="5230812" y="100431"/>
                  <a:pt x="5230812" y="224319"/>
                </a:cubicBezTo>
                <a:lnTo>
                  <a:pt x="5230812" y="3468777"/>
                </a:lnTo>
                <a:cubicBezTo>
                  <a:pt x="5230812" y="3592665"/>
                  <a:pt x="5130381" y="3693096"/>
                  <a:pt x="5006493" y="3693096"/>
                </a:cubicBezTo>
                <a:lnTo>
                  <a:pt x="224319" y="3693096"/>
                </a:lnTo>
                <a:cubicBezTo>
                  <a:pt x="100431" y="3693096"/>
                  <a:pt x="0" y="3592665"/>
                  <a:pt x="0" y="3468777"/>
                </a:cubicBezTo>
                <a:lnTo>
                  <a:pt x="0" y="224319"/>
                </a:lnTo>
                <a:cubicBezTo>
                  <a:pt x="0" y="100431"/>
                  <a:pt x="100431" y="0"/>
                  <a:pt x="2243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095999" y="1148163"/>
            <a:ext cx="5545135" cy="3056888"/>
          </a:xfrm>
          <a:custGeom>
            <a:avLst/>
            <a:gdLst>
              <a:gd name="connsiteX0" fmla="*/ 0 w 5545135"/>
              <a:gd name="connsiteY0" fmla="*/ 0 h 3056888"/>
              <a:gd name="connsiteX1" fmla="*/ 5545135 w 5545135"/>
              <a:gd name="connsiteY1" fmla="*/ 0 h 3056888"/>
              <a:gd name="connsiteX2" fmla="*/ 5545135 w 5545135"/>
              <a:gd name="connsiteY2" fmla="*/ 3056888 h 3056888"/>
              <a:gd name="connsiteX3" fmla="*/ 0 w 5545135"/>
              <a:gd name="connsiteY3" fmla="*/ 3056888 h 3056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45135" h="3056888">
                <a:moveTo>
                  <a:pt x="0" y="0"/>
                </a:moveTo>
                <a:lnTo>
                  <a:pt x="5545135" y="0"/>
                </a:lnTo>
                <a:lnTo>
                  <a:pt x="5545135" y="3056888"/>
                </a:lnTo>
                <a:lnTo>
                  <a:pt x="0" y="3056888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1055689" y="4205050"/>
            <a:ext cx="5040310" cy="2032238"/>
          </a:xfrm>
          <a:custGeom>
            <a:avLst/>
            <a:gdLst>
              <a:gd name="connsiteX0" fmla="*/ 0 w 5040310"/>
              <a:gd name="connsiteY0" fmla="*/ 0 h 2032238"/>
              <a:gd name="connsiteX1" fmla="*/ 5040310 w 5040310"/>
              <a:gd name="connsiteY1" fmla="*/ 0 h 2032238"/>
              <a:gd name="connsiteX2" fmla="*/ 5040310 w 5040310"/>
              <a:gd name="connsiteY2" fmla="*/ 2032238 h 2032238"/>
              <a:gd name="connsiteX3" fmla="*/ 0 w 5040310"/>
              <a:gd name="connsiteY3" fmla="*/ 2032238 h 2032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0310" h="2032238">
                <a:moveTo>
                  <a:pt x="0" y="0"/>
                </a:moveTo>
                <a:lnTo>
                  <a:pt x="5040310" y="0"/>
                </a:lnTo>
                <a:lnTo>
                  <a:pt x="5040310" y="2032238"/>
                </a:lnTo>
                <a:lnTo>
                  <a:pt x="0" y="2032238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619624" y="1148162"/>
            <a:ext cx="7021513" cy="3881038"/>
          </a:xfrm>
          <a:custGeom>
            <a:avLst/>
            <a:gdLst>
              <a:gd name="connsiteX0" fmla="*/ 291272 w 7021513"/>
              <a:gd name="connsiteY0" fmla="*/ 0 h 3881038"/>
              <a:gd name="connsiteX1" fmla="*/ 6730241 w 7021513"/>
              <a:gd name="connsiteY1" fmla="*/ 0 h 3881038"/>
              <a:gd name="connsiteX2" fmla="*/ 7021513 w 7021513"/>
              <a:gd name="connsiteY2" fmla="*/ 291272 h 3881038"/>
              <a:gd name="connsiteX3" fmla="*/ 7021513 w 7021513"/>
              <a:gd name="connsiteY3" fmla="*/ 3589766 h 3881038"/>
              <a:gd name="connsiteX4" fmla="*/ 6730241 w 7021513"/>
              <a:gd name="connsiteY4" fmla="*/ 3881038 h 3881038"/>
              <a:gd name="connsiteX5" fmla="*/ 291272 w 7021513"/>
              <a:gd name="connsiteY5" fmla="*/ 3881038 h 3881038"/>
              <a:gd name="connsiteX6" fmla="*/ 0 w 7021513"/>
              <a:gd name="connsiteY6" fmla="*/ 3589766 h 3881038"/>
              <a:gd name="connsiteX7" fmla="*/ 0 w 7021513"/>
              <a:gd name="connsiteY7" fmla="*/ 291272 h 3881038"/>
              <a:gd name="connsiteX8" fmla="*/ 291272 w 7021513"/>
              <a:gd name="connsiteY8" fmla="*/ 0 h 38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21513" h="3881038">
                <a:moveTo>
                  <a:pt x="291272" y="0"/>
                </a:moveTo>
                <a:lnTo>
                  <a:pt x="6730241" y="0"/>
                </a:lnTo>
                <a:cubicBezTo>
                  <a:pt x="6891106" y="0"/>
                  <a:pt x="7021513" y="130407"/>
                  <a:pt x="7021513" y="291272"/>
                </a:cubicBezTo>
                <a:lnTo>
                  <a:pt x="7021513" y="3589766"/>
                </a:lnTo>
                <a:cubicBezTo>
                  <a:pt x="7021513" y="3750631"/>
                  <a:pt x="6891106" y="3881038"/>
                  <a:pt x="6730241" y="3881038"/>
                </a:cubicBezTo>
                <a:lnTo>
                  <a:pt x="291272" y="3881038"/>
                </a:lnTo>
                <a:cubicBezTo>
                  <a:pt x="130407" y="3881038"/>
                  <a:pt x="0" y="3750631"/>
                  <a:pt x="0" y="3589766"/>
                </a:cubicBezTo>
                <a:lnTo>
                  <a:pt x="0" y="291272"/>
                </a:lnTo>
                <a:cubicBezTo>
                  <a:pt x="0" y="130407"/>
                  <a:pt x="130407" y="0"/>
                  <a:pt x="2912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906055" y="1266825"/>
            <a:ext cx="2379889" cy="4932475"/>
          </a:xfrm>
          <a:custGeom>
            <a:avLst/>
            <a:gdLst>
              <a:gd name="connsiteX0" fmla="*/ 291870 w 2379889"/>
              <a:gd name="connsiteY0" fmla="*/ 0 h 4932475"/>
              <a:gd name="connsiteX1" fmla="*/ 2088019 w 2379889"/>
              <a:gd name="connsiteY1" fmla="*/ 0 h 4932475"/>
              <a:gd name="connsiteX2" fmla="*/ 2379889 w 2379889"/>
              <a:gd name="connsiteY2" fmla="*/ 291870 h 4932475"/>
              <a:gd name="connsiteX3" fmla="*/ 2379889 w 2379889"/>
              <a:gd name="connsiteY3" fmla="*/ 4640605 h 4932475"/>
              <a:gd name="connsiteX4" fmla="*/ 2088019 w 2379889"/>
              <a:gd name="connsiteY4" fmla="*/ 4932475 h 4932475"/>
              <a:gd name="connsiteX5" fmla="*/ 291870 w 2379889"/>
              <a:gd name="connsiteY5" fmla="*/ 4932475 h 4932475"/>
              <a:gd name="connsiteX6" fmla="*/ 0 w 2379889"/>
              <a:gd name="connsiteY6" fmla="*/ 4640605 h 4932475"/>
              <a:gd name="connsiteX7" fmla="*/ 0 w 2379889"/>
              <a:gd name="connsiteY7" fmla="*/ 291870 h 4932475"/>
              <a:gd name="connsiteX8" fmla="*/ 291870 w 2379889"/>
              <a:gd name="connsiteY8" fmla="*/ 0 h 493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9889" h="4932475">
                <a:moveTo>
                  <a:pt x="291870" y="0"/>
                </a:moveTo>
                <a:lnTo>
                  <a:pt x="2088019" y="0"/>
                </a:lnTo>
                <a:cubicBezTo>
                  <a:pt x="2249214" y="0"/>
                  <a:pt x="2379889" y="130675"/>
                  <a:pt x="2379889" y="291870"/>
                </a:cubicBezTo>
                <a:lnTo>
                  <a:pt x="2379889" y="4640605"/>
                </a:lnTo>
                <a:cubicBezTo>
                  <a:pt x="2379889" y="4801800"/>
                  <a:pt x="2249214" y="4932475"/>
                  <a:pt x="2088019" y="4932475"/>
                </a:cubicBezTo>
                <a:lnTo>
                  <a:pt x="291870" y="4932475"/>
                </a:lnTo>
                <a:cubicBezTo>
                  <a:pt x="130675" y="4932475"/>
                  <a:pt x="0" y="4801800"/>
                  <a:pt x="0" y="4640605"/>
                </a:cubicBezTo>
                <a:lnTo>
                  <a:pt x="0" y="291870"/>
                </a:lnTo>
                <a:cubicBezTo>
                  <a:pt x="0" y="130675"/>
                  <a:pt x="130675" y="0"/>
                  <a:pt x="2918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095997" y="0"/>
            <a:ext cx="6096001" cy="4724400"/>
          </a:xfrm>
          <a:custGeom>
            <a:avLst/>
            <a:gdLst>
              <a:gd name="connsiteX0" fmla="*/ 0 w 6096001"/>
              <a:gd name="connsiteY0" fmla="*/ 0 h 4724400"/>
              <a:gd name="connsiteX1" fmla="*/ 6096001 w 6096001"/>
              <a:gd name="connsiteY1" fmla="*/ 0 h 4724400"/>
              <a:gd name="connsiteX2" fmla="*/ 6096001 w 6096001"/>
              <a:gd name="connsiteY2" fmla="*/ 4724400 h 4724400"/>
              <a:gd name="connsiteX3" fmla="*/ 0 w 6096001"/>
              <a:gd name="connsiteY3" fmla="*/ 472440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1" h="4724400">
                <a:moveTo>
                  <a:pt x="0" y="0"/>
                </a:moveTo>
                <a:lnTo>
                  <a:pt x="6096001" y="0"/>
                </a:lnTo>
                <a:lnTo>
                  <a:pt x="6096001" y="4724400"/>
                </a:lnTo>
                <a:lnTo>
                  <a:pt x="0" y="4724400"/>
                </a:lnTo>
                <a:close/>
              </a:path>
            </a:pathLst>
          </a:custGeom>
          <a:solidFill>
            <a:srgbClr val="FFCE4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732947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8473170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1055688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5581650" y="1125538"/>
            <a:ext cx="6059488" cy="3809998"/>
          </a:xfrm>
          <a:custGeom>
            <a:avLst/>
            <a:gdLst>
              <a:gd name="connsiteX0" fmla="*/ 158801 w 6059488"/>
              <a:gd name="connsiteY0" fmla="*/ 0 h 3809998"/>
              <a:gd name="connsiteX1" fmla="*/ 5900687 w 6059488"/>
              <a:gd name="connsiteY1" fmla="*/ 0 h 3809998"/>
              <a:gd name="connsiteX2" fmla="*/ 6059488 w 6059488"/>
              <a:gd name="connsiteY2" fmla="*/ 158801 h 3809998"/>
              <a:gd name="connsiteX3" fmla="*/ 6059488 w 6059488"/>
              <a:gd name="connsiteY3" fmla="*/ 3651197 h 3809998"/>
              <a:gd name="connsiteX4" fmla="*/ 5900687 w 6059488"/>
              <a:gd name="connsiteY4" fmla="*/ 3809998 h 3809998"/>
              <a:gd name="connsiteX5" fmla="*/ 158801 w 6059488"/>
              <a:gd name="connsiteY5" fmla="*/ 3809998 h 3809998"/>
              <a:gd name="connsiteX6" fmla="*/ 0 w 6059488"/>
              <a:gd name="connsiteY6" fmla="*/ 3651197 h 3809998"/>
              <a:gd name="connsiteX7" fmla="*/ 0 w 6059488"/>
              <a:gd name="connsiteY7" fmla="*/ 158801 h 3809998"/>
              <a:gd name="connsiteX8" fmla="*/ 158801 w 6059488"/>
              <a:gd name="connsiteY8" fmla="*/ 0 h 380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59488" h="3809998">
                <a:moveTo>
                  <a:pt x="158801" y="0"/>
                </a:moveTo>
                <a:lnTo>
                  <a:pt x="5900687" y="0"/>
                </a:lnTo>
                <a:cubicBezTo>
                  <a:pt x="5988390" y="0"/>
                  <a:pt x="6059488" y="71098"/>
                  <a:pt x="6059488" y="158801"/>
                </a:cubicBezTo>
                <a:lnTo>
                  <a:pt x="6059488" y="3651197"/>
                </a:lnTo>
                <a:cubicBezTo>
                  <a:pt x="6059488" y="3738900"/>
                  <a:pt x="5988390" y="3809998"/>
                  <a:pt x="5900687" y="3809998"/>
                </a:cubicBezTo>
                <a:lnTo>
                  <a:pt x="158801" y="3809998"/>
                </a:lnTo>
                <a:cubicBezTo>
                  <a:pt x="71098" y="3809998"/>
                  <a:pt x="0" y="3738900"/>
                  <a:pt x="0" y="3651197"/>
                </a:cubicBezTo>
                <a:lnTo>
                  <a:pt x="0" y="158801"/>
                </a:lnTo>
                <a:cubicBezTo>
                  <a:pt x="0" y="71098"/>
                  <a:pt x="71098" y="0"/>
                  <a:pt x="15880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372350" y="0"/>
            <a:ext cx="4819650" cy="6858000"/>
          </a:xfrm>
          <a:custGeom>
            <a:avLst/>
            <a:gdLst>
              <a:gd name="connsiteX0" fmla="*/ 0 w 4819650"/>
              <a:gd name="connsiteY0" fmla="*/ 0 h 6858000"/>
              <a:gd name="connsiteX1" fmla="*/ 4819650 w 4819650"/>
              <a:gd name="connsiteY1" fmla="*/ 0 h 6858000"/>
              <a:gd name="connsiteX2" fmla="*/ 4819650 w 4819650"/>
              <a:gd name="connsiteY2" fmla="*/ 6858000 h 6858000"/>
              <a:gd name="connsiteX3" fmla="*/ 0 w 481965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9650" h="6858000">
                <a:moveTo>
                  <a:pt x="0" y="0"/>
                </a:moveTo>
                <a:lnTo>
                  <a:pt x="4819650" y="0"/>
                </a:lnTo>
                <a:lnTo>
                  <a:pt x="48196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0" y="4499428"/>
            <a:ext cx="12192000" cy="2358571"/>
          </a:xfrm>
          <a:custGeom>
            <a:avLst/>
            <a:gdLst>
              <a:gd name="connsiteX0" fmla="*/ 0 w 12192000"/>
              <a:gd name="connsiteY0" fmla="*/ 0 h 2358571"/>
              <a:gd name="connsiteX1" fmla="*/ 12192000 w 12192000"/>
              <a:gd name="connsiteY1" fmla="*/ 0 h 2358571"/>
              <a:gd name="connsiteX2" fmla="*/ 12192000 w 12192000"/>
              <a:gd name="connsiteY2" fmla="*/ 2358571 h 2358571"/>
              <a:gd name="connsiteX3" fmla="*/ 0 w 12192000"/>
              <a:gd name="connsiteY3" fmla="*/ 2358571 h 2358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358571">
                <a:moveTo>
                  <a:pt x="0" y="0"/>
                </a:moveTo>
                <a:lnTo>
                  <a:pt x="12192000" y="0"/>
                </a:lnTo>
                <a:lnTo>
                  <a:pt x="12192000" y="2358571"/>
                </a:lnTo>
                <a:lnTo>
                  <a:pt x="0" y="2358571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995562" y="3429000"/>
            <a:ext cx="1435383" cy="987034"/>
          </a:xfrm>
          <a:custGeom>
            <a:avLst/>
            <a:gdLst>
              <a:gd name="connsiteX0" fmla="*/ 132894 w 1435383"/>
              <a:gd name="connsiteY0" fmla="*/ 0 h 987034"/>
              <a:gd name="connsiteX1" fmla="*/ 1302489 w 1435383"/>
              <a:gd name="connsiteY1" fmla="*/ 0 h 987034"/>
              <a:gd name="connsiteX2" fmla="*/ 1435383 w 1435383"/>
              <a:gd name="connsiteY2" fmla="*/ 132894 h 987034"/>
              <a:gd name="connsiteX3" fmla="*/ 1435383 w 1435383"/>
              <a:gd name="connsiteY3" fmla="*/ 854140 h 987034"/>
              <a:gd name="connsiteX4" fmla="*/ 1302489 w 1435383"/>
              <a:gd name="connsiteY4" fmla="*/ 987034 h 987034"/>
              <a:gd name="connsiteX5" fmla="*/ 132894 w 1435383"/>
              <a:gd name="connsiteY5" fmla="*/ 987034 h 987034"/>
              <a:gd name="connsiteX6" fmla="*/ 0 w 1435383"/>
              <a:gd name="connsiteY6" fmla="*/ 854140 h 987034"/>
              <a:gd name="connsiteX7" fmla="*/ 0 w 1435383"/>
              <a:gd name="connsiteY7" fmla="*/ 132894 h 987034"/>
              <a:gd name="connsiteX8" fmla="*/ 132894 w 1435383"/>
              <a:gd name="connsiteY8" fmla="*/ 0 h 987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35383" h="987034">
                <a:moveTo>
                  <a:pt x="132894" y="0"/>
                </a:moveTo>
                <a:lnTo>
                  <a:pt x="1302489" y="0"/>
                </a:lnTo>
                <a:cubicBezTo>
                  <a:pt x="1375884" y="0"/>
                  <a:pt x="1435383" y="59499"/>
                  <a:pt x="1435383" y="132894"/>
                </a:cubicBezTo>
                <a:lnTo>
                  <a:pt x="1435383" y="854140"/>
                </a:lnTo>
                <a:cubicBezTo>
                  <a:pt x="1435383" y="927535"/>
                  <a:pt x="1375884" y="987034"/>
                  <a:pt x="1302489" y="987034"/>
                </a:cubicBezTo>
                <a:lnTo>
                  <a:pt x="132894" y="987034"/>
                </a:lnTo>
                <a:cubicBezTo>
                  <a:pt x="59499" y="987034"/>
                  <a:pt x="0" y="927535"/>
                  <a:pt x="0" y="854140"/>
                </a:cubicBezTo>
                <a:lnTo>
                  <a:pt x="0" y="132894"/>
                </a:lnTo>
                <a:cubicBezTo>
                  <a:pt x="0" y="59499"/>
                  <a:pt x="59499" y="0"/>
                  <a:pt x="13289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5382945" y="4586513"/>
            <a:ext cx="3048000" cy="1825385"/>
          </a:xfrm>
          <a:custGeom>
            <a:avLst/>
            <a:gdLst>
              <a:gd name="connsiteX0" fmla="*/ 91196 w 3048000"/>
              <a:gd name="connsiteY0" fmla="*/ 0 h 1825385"/>
              <a:gd name="connsiteX1" fmla="*/ 2956804 w 3048000"/>
              <a:gd name="connsiteY1" fmla="*/ 0 h 1825385"/>
              <a:gd name="connsiteX2" fmla="*/ 3048000 w 3048000"/>
              <a:gd name="connsiteY2" fmla="*/ 91196 h 1825385"/>
              <a:gd name="connsiteX3" fmla="*/ 3048000 w 3048000"/>
              <a:gd name="connsiteY3" fmla="*/ 1734189 h 1825385"/>
              <a:gd name="connsiteX4" fmla="*/ 2956804 w 3048000"/>
              <a:gd name="connsiteY4" fmla="*/ 1825385 h 1825385"/>
              <a:gd name="connsiteX5" fmla="*/ 91196 w 3048000"/>
              <a:gd name="connsiteY5" fmla="*/ 1825385 h 1825385"/>
              <a:gd name="connsiteX6" fmla="*/ 0 w 3048000"/>
              <a:gd name="connsiteY6" fmla="*/ 1734189 h 1825385"/>
              <a:gd name="connsiteX7" fmla="*/ 0 w 3048000"/>
              <a:gd name="connsiteY7" fmla="*/ 91196 h 1825385"/>
              <a:gd name="connsiteX8" fmla="*/ 91196 w 3048000"/>
              <a:gd name="connsiteY8" fmla="*/ 0 h 1825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8000" h="1825385">
                <a:moveTo>
                  <a:pt x="91196" y="0"/>
                </a:moveTo>
                <a:lnTo>
                  <a:pt x="2956804" y="0"/>
                </a:lnTo>
                <a:cubicBezTo>
                  <a:pt x="3007170" y="0"/>
                  <a:pt x="3048000" y="40830"/>
                  <a:pt x="3048000" y="91196"/>
                </a:cubicBezTo>
                <a:lnTo>
                  <a:pt x="3048000" y="1734189"/>
                </a:lnTo>
                <a:cubicBezTo>
                  <a:pt x="3048000" y="1784555"/>
                  <a:pt x="3007170" y="1825385"/>
                  <a:pt x="2956804" y="1825385"/>
                </a:cubicBezTo>
                <a:lnTo>
                  <a:pt x="91196" y="1825385"/>
                </a:lnTo>
                <a:cubicBezTo>
                  <a:pt x="40830" y="1825385"/>
                  <a:pt x="0" y="1784555"/>
                  <a:pt x="0" y="1734189"/>
                </a:cubicBezTo>
                <a:lnTo>
                  <a:pt x="0" y="91196"/>
                </a:lnTo>
                <a:cubicBezTo>
                  <a:pt x="0" y="40830"/>
                  <a:pt x="40830" y="0"/>
                  <a:pt x="9119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8633830" y="3146474"/>
            <a:ext cx="3007308" cy="1330312"/>
          </a:xfrm>
          <a:custGeom>
            <a:avLst/>
            <a:gdLst>
              <a:gd name="connsiteX0" fmla="*/ 147678 w 3007308"/>
              <a:gd name="connsiteY0" fmla="*/ 0 h 1330312"/>
              <a:gd name="connsiteX1" fmla="*/ 2859630 w 3007308"/>
              <a:gd name="connsiteY1" fmla="*/ 0 h 1330312"/>
              <a:gd name="connsiteX2" fmla="*/ 3007308 w 3007308"/>
              <a:gd name="connsiteY2" fmla="*/ 147678 h 1330312"/>
              <a:gd name="connsiteX3" fmla="*/ 3007308 w 3007308"/>
              <a:gd name="connsiteY3" fmla="*/ 1182634 h 1330312"/>
              <a:gd name="connsiteX4" fmla="*/ 2859630 w 3007308"/>
              <a:gd name="connsiteY4" fmla="*/ 1330312 h 1330312"/>
              <a:gd name="connsiteX5" fmla="*/ 147678 w 3007308"/>
              <a:gd name="connsiteY5" fmla="*/ 1330312 h 1330312"/>
              <a:gd name="connsiteX6" fmla="*/ 0 w 3007308"/>
              <a:gd name="connsiteY6" fmla="*/ 1182634 h 1330312"/>
              <a:gd name="connsiteX7" fmla="*/ 0 w 3007308"/>
              <a:gd name="connsiteY7" fmla="*/ 147678 h 1330312"/>
              <a:gd name="connsiteX8" fmla="*/ 147678 w 3007308"/>
              <a:gd name="connsiteY8" fmla="*/ 0 h 1330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07308" h="1330312">
                <a:moveTo>
                  <a:pt x="147678" y="0"/>
                </a:moveTo>
                <a:lnTo>
                  <a:pt x="2859630" y="0"/>
                </a:lnTo>
                <a:cubicBezTo>
                  <a:pt x="2941190" y="0"/>
                  <a:pt x="3007308" y="66118"/>
                  <a:pt x="3007308" y="147678"/>
                </a:cubicBezTo>
                <a:lnTo>
                  <a:pt x="3007308" y="1182634"/>
                </a:lnTo>
                <a:cubicBezTo>
                  <a:pt x="3007308" y="1264194"/>
                  <a:pt x="2941190" y="1330312"/>
                  <a:pt x="2859630" y="1330312"/>
                </a:cubicBezTo>
                <a:lnTo>
                  <a:pt x="147678" y="1330312"/>
                </a:lnTo>
                <a:cubicBezTo>
                  <a:pt x="66118" y="1330312"/>
                  <a:pt x="0" y="1264194"/>
                  <a:pt x="0" y="1182634"/>
                </a:cubicBezTo>
                <a:lnTo>
                  <a:pt x="0" y="147678"/>
                </a:lnTo>
                <a:cubicBezTo>
                  <a:pt x="0" y="66118"/>
                  <a:pt x="66118" y="0"/>
                  <a:pt x="1476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8633830" y="4677284"/>
            <a:ext cx="1255034" cy="749882"/>
          </a:xfrm>
          <a:custGeom>
            <a:avLst/>
            <a:gdLst>
              <a:gd name="connsiteX0" fmla="*/ 100964 w 1255034"/>
              <a:gd name="connsiteY0" fmla="*/ 0 h 749882"/>
              <a:gd name="connsiteX1" fmla="*/ 1154070 w 1255034"/>
              <a:gd name="connsiteY1" fmla="*/ 0 h 749882"/>
              <a:gd name="connsiteX2" fmla="*/ 1255034 w 1255034"/>
              <a:gd name="connsiteY2" fmla="*/ 100964 h 749882"/>
              <a:gd name="connsiteX3" fmla="*/ 1255034 w 1255034"/>
              <a:gd name="connsiteY3" fmla="*/ 648918 h 749882"/>
              <a:gd name="connsiteX4" fmla="*/ 1154070 w 1255034"/>
              <a:gd name="connsiteY4" fmla="*/ 749882 h 749882"/>
              <a:gd name="connsiteX5" fmla="*/ 100964 w 1255034"/>
              <a:gd name="connsiteY5" fmla="*/ 749882 h 749882"/>
              <a:gd name="connsiteX6" fmla="*/ 0 w 1255034"/>
              <a:gd name="connsiteY6" fmla="*/ 648918 h 749882"/>
              <a:gd name="connsiteX7" fmla="*/ 0 w 1255034"/>
              <a:gd name="connsiteY7" fmla="*/ 100964 h 749882"/>
              <a:gd name="connsiteX8" fmla="*/ 100964 w 1255034"/>
              <a:gd name="connsiteY8" fmla="*/ 0 h 74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5034" h="749882">
                <a:moveTo>
                  <a:pt x="100964" y="0"/>
                </a:moveTo>
                <a:lnTo>
                  <a:pt x="1154070" y="0"/>
                </a:lnTo>
                <a:cubicBezTo>
                  <a:pt x="1209831" y="0"/>
                  <a:pt x="1255034" y="45203"/>
                  <a:pt x="1255034" y="100964"/>
                </a:cubicBezTo>
                <a:lnTo>
                  <a:pt x="1255034" y="648918"/>
                </a:lnTo>
                <a:cubicBezTo>
                  <a:pt x="1255034" y="704679"/>
                  <a:pt x="1209831" y="749882"/>
                  <a:pt x="1154070" y="749882"/>
                </a:cubicBezTo>
                <a:lnTo>
                  <a:pt x="100964" y="749882"/>
                </a:lnTo>
                <a:cubicBezTo>
                  <a:pt x="45203" y="749882"/>
                  <a:pt x="0" y="704679"/>
                  <a:pt x="0" y="648918"/>
                </a:cubicBezTo>
                <a:lnTo>
                  <a:pt x="0" y="100964"/>
                </a:lnTo>
                <a:cubicBezTo>
                  <a:pt x="0" y="45203"/>
                  <a:pt x="45203" y="0"/>
                  <a:pt x="1009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1.xm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image" Target="../media/image3.png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tags" Target="../tags/tag22.xml"/><Relationship Id="rId23" Type="http://schemas.openxmlformats.org/officeDocument/2006/relationships/tags" Target="../tags/tag23.xml"/><Relationship Id="rId24" Type="http://schemas.openxmlformats.org/officeDocument/2006/relationships/tags" Target="../tags/tag24.xml"/><Relationship Id="rId25" Type="http://schemas.openxmlformats.org/officeDocument/2006/relationships/tags" Target="../tags/tag25.xml"/><Relationship Id="rId26" Type="http://schemas.openxmlformats.org/officeDocument/2006/relationships/tags" Target="../tags/tag26.xml"/><Relationship Id="rId27" Type="http://schemas.openxmlformats.org/officeDocument/2006/relationships/tags" Target="../tags/tag27.xml"/><Relationship Id="rId28" Type="http://schemas.openxmlformats.org/officeDocument/2006/relationships/tags" Target="../tags/tag28.xml"/><Relationship Id="rId29" Type="http://schemas.openxmlformats.org/officeDocument/2006/relationships/image" Target="../media/image4.png"/><Relationship Id="rId30" Type="http://schemas.openxmlformats.org/officeDocument/2006/relationships/tags" Target="../tags/tag29.xml"/><Relationship Id="rId31" Type="http://schemas.openxmlformats.org/officeDocument/2006/relationships/tags" Target="../tags/tag30.xml"/><Relationship Id="rId32" Type="http://schemas.openxmlformats.org/officeDocument/2006/relationships/tags" Target="../tags/tag31.xml"/><Relationship Id="rId33" Type="http://schemas.openxmlformats.org/officeDocument/2006/relationships/tags" Target="../tags/tag32.xml"/><Relationship Id="rId34" Type="http://schemas.openxmlformats.org/officeDocument/2006/relationships/tags" Target="../tags/tag33.xml"/><Relationship Id="rId35" Type="http://schemas.openxmlformats.org/officeDocument/2006/relationships/tags" Target="../tags/tag34.xml"/><Relationship Id="rId36" Type="http://schemas.openxmlformats.org/officeDocument/2006/relationships/slideLayout" Target="../slideLayouts/slideLayout2.xml"/><Relationship Id="rId3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image" Target="../media/image5.png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image" Target="../media/image7.jpeg"/><Relationship Id="rId3" Type="http://schemas.openxmlformats.org/officeDocument/2006/relationships/tags" Target="../tags/tag39.xml"/><Relationship Id="rId4" Type="http://schemas.openxmlformats.org/officeDocument/2006/relationships/image" Target="../media/image8.png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Relationship Id="rId8" Type="http://schemas.openxmlformats.org/officeDocument/2006/relationships/tags" Target="../tags/tag43.xml"/><Relationship Id="rId9" Type="http://schemas.openxmlformats.org/officeDocument/2006/relationships/tags" Target="../tags/tag44.xml"/><Relationship Id="rId10" Type="http://schemas.openxmlformats.org/officeDocument/2006/relationships/tags" Target="../tags/tag45.xml"/><Relationship Id="rId11" Type="http://schemas.openxmlformats.org/officeDocument/2006/relationships/tags" Target="../tags/tag46.xml"/><Relationship Id="rId12" Type="http://schemas.openxmlformats.org/officeDocument/2006/relationships/tags" Target="../tags/tag47.xml"/><Relationship Id="rId13" Type="http://schemas.openxmlformats.org/officeDocument/2006/relationships/image" Target="../media/image4.png"/><Relationship Id="rId14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Relationship Id="rId6" Type="http://schemas.openxmlformats.org/officeDocument/2006/relationships/tags" Target="../tags/tag52.xml"/><Relationship Id="rId7" Type="http://schemas.openxmlformats.org/officeDocument/2006/relationships/tags" Target="../tags/tag53.xml"/><Relationship Id="rId8" Type="http://schemas.openxmlformats.org/officeDocument/2006/relationships/tags" Target="../tags/tag54.xml"/><Relationship Id="rId9" Type="http://schemas.openxmlformats.org/officeDocument/2006/relationships/tags" Target="../tags/tag55.xml"/><Relationship Id="rId10" Type="http://schemas.openxmlformats.org/officeDocument/2006/relationships/tags" Target="../tags/tag56.xml"/><Relationship Id="rId11" Type="http://schemas.openxmlformats.org/officeDocument/2006/relationships/tags" Target="../tags/tag57.xml"/><Relationship Id="rId12" Type="http://schemas.openxmlformats.org/officeDocument/2006/relationships/tags" Target="../tags/tag58.xml"/><Relationship Id="rId13" Type="http://schemas.openxmlformats.org/officeDocument/2006/relationships/tags" Target="../tags/tag59.xml"/><Relationship Id="rId14" Type="http://schemas.openxmlformats.org/officeDocument/2006/relationships/tags" Target="../tags/tag60.xml"/><Relationship Id="rId15" Type="http://schemas.openxmlformats.org/officeDocument/2006/relationships/tags" Target="../tags/tag61.xml"/><Relationship Id="rId16" Type="http://schemas.openxmlformats.org/officeDocument/2006/relationships/tags" Target="../tags/tag62.xml"/><Relationship Id="rId17" Type="http://schemas.openxmlformats.org/officeDocument/2006/relationships/image" Target="../media/image10.png"/><Relationship Id="rId18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image" Target="../media/image9.png"/><Relationship Id="rId3" Type="http://schemas.openxmlformats.org/officeDocument/2006/relationships/tags" Target="../tags/tag64.xml"/><Relationship Id="rId4" Type="http://schemas.openxmlformats.org/officeDocument/2006/relationships/tags" Target="../tags/tag65.xml"/><Relationship Id="rId5" Type="http://schemas.openxmlformats.org/officeDocument/2006/relationships/tags" Target="../tags/tag66.xml"/><Relationship Id="rId6" Type="http://schemas.openxmlformats.org/officeDocument/2006/relationships/tags" Target="../tags/tag67.xml"/><Relationship Id="rId7" Type="http://schemas.openxmlformats.org/officeDocument/2006/relationships/tags" Target="../tags/tag68.xml"/><Relationship Id="rId8" Type="http://schemas.openxmlformats.org/officeDocument/2006/relationships/tags" Target="../tags/tag69.xml"/><Relationship Id="rId9" Type="http://schemas.openxmlformats.org/officeDocument/2006/relationships/tags" Target="../tags/tag70.xml"/><Relationship Id="rId10" Type="http://schemas.openxmlformats.org/officeDocument/2006/relationships/tags" Target="../tags/tag71.xml"/><Relationship Id="rId11" Type="http://schemas.openxmlformats.org/officeDocument/2006/relationships/tags" Target="../tags/tag72.xml"/><Relationship Id="rId12" Type="http://schemas.openxmlformats.org/officeDocument/2006/relationships/tags" Target="../tags/tag73.xml"/><Relationship Id="rId13" Type="http://schemas.openxmlformats.org/officeDocument/2006/relationships/image" Target="../media/image10.png"/><Relationship Id="rId14" Type="http://schemas.openxmlformats.org/officeDocument/2006/relationships/image" Target="../media/image11.jpeg"/><Relationship Id="rId15" Type="http://schemas.openxmlformats.org/officeDocument/2006/relationships/image" Target="../media/image12.jpeg"/><Relationship Id="rId16" Type="http://schemas.openxmlformats.org/officeDocument/2006/relationships/image" Target="../media/image13.jpeg"/><Relationship Id="rId17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4.xml"/><Relationship Id="rId2" Type="http://schemas.openxmlformats.org/officeDocument/2006/relationships/tags" Target="../tags/tag75.xml"/><Relationship Id="rId3" Type="http://schemas.openxmlformats.org/officeDocument/2006/relationships/image" Target="../media/image8.png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tags" Target="../tags/tag78.xml"/><Relationship Id="rId7" Type="http://schemas.openxmlformats.org/officeDocument/2006/relationships/tags" Target="../tags/tag79.xml"/><Relationship Id="rId8" Type="http://schemas.openxmlformats.org/officeDocument/2006/relationships/tags" Target="../tags/tag80.xml"/><Relationship Id="rId9" Type="http://schemas.openxmlformats.org/officeDocument/2006/relationships/tags" Target="../tags/tag81.xml"/><Relationship Id="rId10" Type="http://schemas.openxmlformats.org/officeDocument/2006/relationships/tags" Target="../tags/tag82.xml"/><Relationship Id="rId11" Type="http://schemas.openxmlformats.org/officeDocument/2006/relationships/tags" Target="../tags/tag83.xml"/><Relationship Id="rId12" Type="http://schemas.openxmlformats.org/officeDocument/2006/relationships/tags" Target="../tags/tag84.xml"/><Relationship Id="rId13" Type="http://schemas.openxmlformats.org/officeDocument/2006/relationships/tags" Target="../tags/tag85.xml"/><Relationship Id="rId14" Type="http://schemas.openxmlformats.org/officeDocument/2006/relationships/tags" Target="../tags/tag86.xml"/><Relationship Id="rId15" Type="http://schemas.openxmlformats.org/officeDocument/2006/relationships/tags" Target="../tags/tag87.xml"/><Relationship Id="rId16" Type="http://schemas.openxmlformats.org/officeDocument/2006/relationships/tags" Target="../tags/tag88.xml"/><Relationship Id="rId17" Type="http://schemas.openxmlformats.org/officeDocument/2006/relationships/tags" Target="../tags/tag89.xml"/><Relationship Id="rId18" Type="http://schemas.openxmlformats.org/officeDocument/2006/relationships/image" Target="../media/image4.png"/><Relationship Id="rId19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9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tags" Target="../tags/tag9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38052" b="9236"/>
          <a:stretch>
            <a:fillRect/>
          </a:stretch>
        </p:blipFill>
        <p:spPr>
          <a:xfrm>
            <a:off x="0" y="2386959"/>
            <a:ext cx="8263308" cy="4471041"/>
          </a:xfrm>
          <a:custGeom>
            <a:avLst/>
            <a:gdLst>
              <a:gd name="connsiteX0" fmla="*/ 0 w 8263308"/>
              <a:gd name="connsiteY0" fmla="*/ 0 h 4471041"/>
              <a:gd name="connsiteX1" fmla="*/ 8263308 w 8263308"/>
              <a:gd name="connsiteY1" fmla="*/ 0 h 4471041"/>
              <a:gd name="connsiteX2" fmla="*/ 8263308 w 8263308"/>
              <a:gd name="connsiteY2" fmla="*/ 4471041 h 4471041"/>
              <a:gd name="connsiteX3" fmla="*/ 0 w 8263308"/>
              <a:gd name="connsiteY3" fmla="*/ 4471041 h 447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3308" h="4471041">
                <a:moveTo>
                  <a:pt x="0" y="0"/>
                </a:moveTo>
                <a:lnTo>
                  <a:pt x="8263308" y="0"/>
                </a:lnTo>
                <a:lnTo>
                  <a:pt x="8263308" y="4471041"/>
                </a:lnTo>
                <a:lnTo>
                  <a:pt x="0" y="4471041"/>
                </a:lnTo>
                <a:close/>
              </a:path>
            </a:pathLst>
          </a:custGeom>
        </p:spPr>
      </p:pic>
      <p:sp>
        <p:nvSpPr>
          <p:cNvPr id="9" name="文本框 6"/>
          <p:cNvSpPr txBox="1"/>
          <p:nvPr>
            <p:custDataLst>
              <p:tags r:id="rId2"/>
            </p:custDataLst>
          </p:nvPr>
        </p:nvSpPr>
        <p:spPr>
          <a:xfrm>
            <a:off x="958850" y="3129915"/>
            <a:ext cx="5784850" cy="11068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</a:rPr>
              <a:t>龟兔赛跑</a:t>
            </a:r>
            <a:endParaRPr lang="zh-CN" altLang="en-US" sz="6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8633689" y="623453"/>
            <a:ext cx="3558311" cy="5350598"/>
          </a:xfrm>
          <a:custGeom>
            <a:avLst/>
            <a:gdLst>
              <a:gd name="connsiteX0" fmla="*/ 2675299 w 3558311"/>
              <a:gd name="connsiteY0" fmla="*/ 0 h 5350598"/>
              <a:gd name="connsiteX1" fmla="*/ 3470851 w 3558311"/>
              <a:gd name="connsiteY1" fmla="*/ 120276 h 5350598"/>
              <a:gd name="connsiteX2" fmla="*/ 3558311 w 3558311"/>
              <a:gd name="connsiteY2" fmla="*/ 152287 h 5350598"/>
              <a:gd name="connsiteX3" fmla="*/ 3558311 w 3558311"/>
              <a:gd name="connsiteY3" fmla="*/ 5198311 h 5350598"/>
              <a:gd name="connsiteX4" fmla="*/ 3470851 w 3558311"/>
              <a:gd name="connsiteY4" fmla="*/ 5230322 h 5350598"/>
              <a:gd name="connsiteX5" fmla="*/ 2675299 w 3558311"/>
              <a:gd name="connsiteY5" fmla="*/ 5350598 h 5350598"/>
              <a:gd name="connsiteX6" fmla="*/ 0 w 3558311"/>
              <a:gd name="connsiteY6" fmla="*/ 2675299 h 5350598"/>
              <a:gd name="connsiteX7" fmla="*/ 2675299 w 3558311"/>
              <a:gd name="connsiteY7" fmla="*/ 0 h 535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8311" h="5350598">
                <a:moveTo>
                  <a:pt x="2675299" y="0"/>
                </a:moveTo>
                <a:cubicBezTo>
                  <a:pt x="2952335" y="0"/>
                  <a:pt x="3219536" y="42109"/>
                  <a:pt x="3470851" y="120276"/>
                </a:cubicBezTo>
                <a:lnTo>
                  <a:pt x="3558311" y="152287"/>
                </a:lnTo>
                <a:lnTo>
                  <a:pt x="3558311" y="5198311"/>
                </a:lnTo>
                <a:lnTo>
                  <a:pt x="3470851" y="5230322"/>
                </a:lnTo>
                <a:cubicBezTo>
                  <a:pt x="3219536" y="5308489"/>
                  <a:pt x="2952335" y="5350598"/>
                  <a:pt x="2675299" y="5350598"/>
                </a:cubicBezTo>
                <a:cubicBezTo>
                  <a:pt x="1197772" y="5350598"/>
                  <a:pt x="0" y="4152826"/>
                  <a:pt x="0" y="2675299"/>
                </a:cubicBezTo>
                <a:cubicBezTo>
                  <a:pt x="0" y="1197772"/>
                  <a:pt x="1197772" y="0"/>
                  <a:pt x="267529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1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小学语文教案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5688" y="5196801"/>
            <a:ext cx="236668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dirty="0">
                <a:solidFill>
                  <a:schemeClr val="bg1"/>
                </a:solidFill>
              </a:rPr>
              <a:t>适用年级：小学二年级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977477" y="3976255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课时安排：2课时</a:t>
            </a:r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3">
                  <a:lumMod val="50000"/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1299371" y="508514"/>
            <a:ext cx="341767" cy="341767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868045" y="2258060"/>
            <a:ext cx="6959600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kumimoji="0" sz="105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ea typeface="+mj-ea"/>
              </a:defRPr>
            </a:lvl1pPr>
          </a:lstStyle>
          <a:p>
            <a:pPr/>
            <a:r>
              <a:rPr lang="en-US" altLang="zh-CN" sz="6000" dirty="0">
                <a:ln>
                  <a:solidFill>
                    <a:schemeClr val="bg1"/>
                  </a:solidFill>
                </a:ln>
                <a:solidFill/>
              </a:rPr>
              <a:t>2025年第三季度</a:t>
            </a:r>
            <a:endParaRPr lang="zh-CN" altLang="en-US" sz="6000" dirty="0">
              <a:ln>
                <a:solidFill>
                  <a:schemeClr val="bg1"/>
                </a:solidFill>
              </a:ln>
              <a:noFill/>
            </a:endParaRPr>
          </a:p>
        </p:txBody>
      </p:sp>
      <p:sp>
        <p:nvSpPr>
          <p:cNvPr id="66" name="等腰三角形 65"/>
          <p:cNvSpPr/>
          <p:nvPr/>
        </p:nvSpPr>
        <p:spPr>
          <a:xfrm rot="5400000">
            <a:off x="11432916" y="651118"/>
            <a:ext cx="108543" cy="56560"/>
          </a:xfrm>
          <a:prstGeom prst="triangle">
            <a:avLst/>
          </a:prstGeom>
          <a:solidFill>
            <a:srgbClr val="2C70FF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cxnSp>
        <p:nvCxnSpPr>
          <p:cNvPr id="68" name="直接连接符 67"/>
          <p:cNvCxnSpPr>
            <a:stCxn id="28" idx="4"/>
          </p:cNvCxnSpPr>
          <p:nvPr/>
        </p:nvCxnSpPr>
        <p:spPr>
          <a:xfrm>
            <a:off x="11470255" y="850281"/>
            <a:ext cx="3175" cy="13830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1479530" y="4491990"/>
            <a:ext cx="0" cy="2366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1055688" y="4359275"/>
            <a:ext cx="101314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/>
          <p:cNvSpPr/>
          <p:nvPr/>
        </p:nvSpPr>
        <p:spPr>
          <a:xfrm>
            <a:off x="585037" y="5784965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 sz="2000"/>
          </a:p>
        </p:txBody>
      </p:sp>
      <p:sp>
        <p:nvSpPr>
          <p:cNvPr id="12" name="椭圆 11"/>
          <p:cNvSpPr/>
          <p:nvPr/>
        </p:nvSpPr>
        <p:spPr>
          <a:xfrm>
            <a:off x="6431367" y="2026920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11299190" y="2392045"/>
            <a:ext cx="438785" cy="198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lang="zh-CN" altLang="en-US" sz="1400">
                <a:solidFill>
                  <a:schemeClr val="bg1"/>
                </a:solidFill>
              </a:rPr>
              <a:t>专
注
AI
探
索未
来</a:t>
            </a:r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3" name="图片 2" descr="未标题-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" y="484505"/>
            <a:ext cx="1750060" cy="687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9561" b="17755"/>
          <a:stretch>
            <a:fillRect/>
          </a:stretch>
        </p:blipFill>
        <p:spPr>
          <a:xfrm>
            <a:off x="-212090" y="3043778"/>
            <a:ext cx="6844685" cy="3439619"/>
          </a:xfrm>
          <a:custGeom>
            <a:avLst/>
            <a:gdLst>
              <a:gd name="connsiteX0" fmla="*/ 0 w 8062094"/>
              <a:gd name="connsiteY0" fmla="*/ 0 h 4051396"/>
              <a:gd name="connsiteX1" fmla="*/ 8062094 w 8062094"/>
              <a:gd name="connsiteY1" fmla="*/ 0 h 4051396"/>
              <a:gd name="connsiteX2" fmla="*/ 8062094 w 8062094"/>
              <a:gd name="connsiteY2" fmla="*/ 4051396 h 4051396"/>
              <a:gd name="connsiteX3" fmla="*/ 0 w 8062094"/>
              <a:gd name="connsiteY3" fmla="*/ 4051396 h 405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62094" h="4051396">
                <a:moveTo>
                  <a:pt x="0" y="0"/>
                </a:moveTo>
                <a:lnTo>
                  <a:pt x="8062094" y="0"/>
                </a:lnTo>
                <a:lnTo>
                  <a:pt x="8062094" y="4051396"/>
                </a:lnTo>
                <a:lnTo>
                  <a:pt x="0" y="4051396"/>
                </a:lnTo>
                <a:close/>
              </a:path>
            </a:pathLst>
          </a:custGeom>
        </p:spPr>
      </p:pic>
      <p:sp>
        <p:nvSpPr>
          <p:cNvPr id="54" name="椭圆 53"/>
          <p:cNvSpPr/>
          <p:nvPr/>
        </p:nvSpPr>
        <p:spPr>
          <a:xfrm>
            <a:off x="143693" y="1436915"/>
            <a:ext cx="2609527" cy="2609527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教学目标</a:t>
            </a:r>
            <a:endParaRPr lang="zh-CN" altLang="en-US"/>
          </a:p>
        </p:txBody>
      </p:sp>
      <p:sp>
        <p:nvSpPr>
          <p:cNvPr id="15" name="任意多边形: 形状 14"/>
          <p:cNvSpPr/>
          <p:nvPr/>
        </p:nvSpPr>
        <p:spPr>
          <a:xfrm>
            <a:off x="5465852" y="0"/>
            <a:ext cx="6726149" cy="3290498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Teaching Objectives</a:t>
            </a:r>
            <a:endParaRPr lang="zh-CN" altLang="en-US"/>
          </a:p>
        </p:txBody>
      </p:sp>
      <p:sp>
        <p:nvSpPr>
          <p:cNvPr id="49" name="矩形: 圆角 48"/>
          <p:cNvSpPr/>
          <p:nvPr>
            <p:custDataLst>
              <p:tags r:id="rId3"/>
            </p:custDataLst>
          </p:nvPr>
        </p:nvSpPr>
        <p:spPr>
          <a:xfrm>
            <a:off x="362604" y="3043320"/>
            <a:ext cx="2057253" cy="2913363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教学重难点</a:t>
            </a:r>
            <a:endParaRPr lang="zh-CN" altLang="en-US"/>
          </a:p>
        </p:txBody>
      </p:sp>
      <p:sp>
        <p:nvSpPr>
          <p:cNvPr id="50" name="矩形: 圆角 49"/>
          <p:cNvSpPr/>
          <p:nvPr>
            <p:custDataLst>
              <p:tags r:id="rId4"/>
            </p:custDataLst>
          </p:nvPr>
        </p:nvSpPr>
        <p:spPr>
          <a:xfrm>
            <a:off x="2700734" y="3043859"/>
            <a:ext cx="2123025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Key Points &amp; Difficulties</a:t>
            </a:r>
            <a:endParaRPr lang="zh-CN" altLang="en-US"/>
          </a:p>
        </p:txBody>
      </p:sp>
      <p:sp>
        <p:nvSpPr>
          <p:cNvPr id="51" name="矩形: 圆角 50"/>
          <p:cNvSpPr/>
          <p:nvPr>
            <p:custDataLst>
              <p:tags r:id="rId5"/>
            </p:custDataLst>
          </p:nvPr>
        </p:nvSpPr>
        <p:spPr>
          <a:xfrm>
            <a:off x="9848894" y="3043859"/>
            <a:ext cx="2099843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课时安排</a:t>
            </a:r>
            <a:endParaRPr lang="zh-CN" altLang="en-US"/>
          </a:p>
        </p:txBody>
      </p:sp>
      <p:sp>
        <p:nvSpPr>
          <p:cNvPr id="52" name="矩形: 圆角 51"/>
          <p:cNvSpPr/>
          <p:nvPr>
            <p:custDataLst>
              <p:tags r:id="rId6"/>
            </p:custDataLst>
          </p:nvPr>
        </p:nvSpPr>
        <p:spPr>
          <a:xfrm>
            <a:off x="510413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Class Hours Arrangement</a:t>
            </a:r>
            <a:endParaRPr lang="zh-CN" altLang="en-US"/>
          </a:p>
        </p:txBody>
      </p:sp>
      <p:sp>
        <p:nvSpPr>
          <p:cNvPr id="75" name="椭圆 74"/>
          <p:cNvSpPr/>
          <p:nvPr>
            <p:custDataLst>
              <p:tags r:id="rId7"/>
            </p:custDataLst>
          </p:nvPr>
        </p:nvSpPr>
        <p:spPr>
          <a:xfrm>
            <a:off x="102119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教学过程</a:t>
            </a:r>
            <a:endParaRPr lang="zh-CN" altLang="en-US"/>
          </a:p>
        </p:txBody>
      </p:sp>
      <p:sp>
        <p:nvSpPr>
          <p:cNvPr id="55" name="椭圆 54"/>
          <p:cNvSpPr/>
          <p:nvPr>
            <p:custDataLst>
              <p:tags r:id="rId8"/>
            </p:custDataLst>
          </p:nvPr>
        </p:nvSpPr>
        <p:spPr>
          <a:xfrm>
            <a:off x="335970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Teaching Process</a:t>
            </a:r>
            <a:endParaRPr lang="zh-CN" altLang="en-US"/>
          </a:p>
        </p:txBody>
      </p:sp>
      <p:sp>
        <p:nvSpPr>
          <p:cNvPr id="56" name="椭圆 55"/>
          <p:cNvSpPr/>
          <p:nvPr>
            <p:custDataLst>
              <p:tags r:id="rId9"/>
            </p:custDataLst>
          </p:nvPr>
        </p:nvSpPr>
        <p:spPr>
          <a:xfrm>
            <a:off x="1050770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板书与反思</a:t>
            </a:r>
            <a:endParaRPr lang="zh-CN" altLang="en-US"/>
          </a:p>
        </p:txBody>
      </p:sp>
      <p:sp>
        <p:nvSpPr>
          <p:cNvPr id="57" name="椭圆 56"/>
          <p:cNvSpPr/>
          <p:nvPr>
            <p:custDataLst>
              <p:tags r:id="rId10"/>
            </p:custDataLst>
          </p:nvPr>
        </p:nvSpPr>
        <p:spPr>
          <a:xfrm>
            <a:off x="5762787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Board Design &amp; Reflection</a:t>
            </a:r>
            <a:endParaRPr lang="zh-CN" altLang="en-US"/>
          </a:p>
        </p:txBody>
      </p:sp>
      <p:sp>
        <p:nvSpPr>
          <p:cNvPr id="58" name="文本框 6"/>
          <p:cNvSpPr txBox="1"/>
          <p:nvPr>
            <p:custDataLst>
              <p:tags r:id="rId11"/>
            </p:custDataLst>
          </p:nvPr>
        </p:nvSpPr>
        <p:spPr>
          <a:xfrm>
            <a:off x="1178564" y="3623353"/>
            <a:ext cx="536483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01</a:t>
            </a:r>
            <a:endParaRPr lang="en-US" altLang="zh-CN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60" name="文本框 59"/>
          <p:cNvSpPr txBox="1"/>
          <p:nvPr>
            <p:custDataLst>
              <p:tags r:id="rId12"/>
            </p:custDataLst>
          </p:nvPr>
        </p:nvSpPr>
        <p:spPr>
          <a:xfrm>
            <a:off x="337137" y="4796668"/>
            <a:ext cx="2202266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三季度工作完成情况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61" name="文本框 60"/>
          <p:cNvSpPr txBox="1"/>
          <p:nvPr>
            <p:custDataLst>
              <p:tags r:id="rId13"/>
            </p:custDataLst>
          </p:nvPr>
        </p:nvSpPr>
        <p:spPr>
          <a:xfrm>
            <a:off x="644136" y="4513290"/>
            <a:ext cx="166266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Q3 Progress Summary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7" name="直接连接符 66"/>
          <p:cNvCxnSpPr/>
          <p:nvPr>
            <p:custDataLst>
              <p:tags r:id="rId14"/>
            </p:custDataLst>
          </p:nvPr>
        </p:nvCxnSpPr>
        <p:spPr>
          <a:xfrm>
            <a:off x="122722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"/>
          <p:cNvSpPr txBox="1"/>
          <p:nvPr>
            <p:custDataLst>
              <p:tags r:id="rId15"/>
            </p:custDataLst>
          </p:nvPr>
        </p:nvSpPr>
        <p:spPr>
          <a:xfrm>
            <a:off x="639582" y="787524"/>
            <a:ext cx="3012323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6000" dirty="0">
                <a:solidFill>
                  <a:schemeClr val="accent2"/>
                </a:solidFill>
                <a:latin typeface="+mj-lt"/>
                <a:ea typeface="+mj-ea"/>
              </a:rPr>
              <a:t>目录</a:t>
            </a:r>
            <a:endParaRPr lang="zh-CN" altLang="en-US" sz="60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71" name="文本框 6"/>
          <p:cNvSpPr txBox="1"/>
          <p:nvPr>
            <p:custDataLst>
              <p:tags r:id="rId16"/>
            </p:custDataLst>
          </p:nvPr>
        </p:nvSpPr>
        <p:spPr>
          <a:xfrm>
            <a:off x="639582" y="1637938"/>
            <a:ext cx="3453189" cy="76944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/>
            <a:r>
              <a:rPr lang="en-US" altLang="zh-CN" sz="4400" dirty="0">
                <a:ln>
                  <a:solidFill>
                    <a:schemeClr val="accent2"/>
                  </a:solidFill>
                </a:ln>
                <a:solidFill/>
                <a:latin typeface="+mj-lt"/>
                <a:ea typeface="+mj-ea"/>
              </a:rPr>
              <a:t>CONTENTS</a:t>
            </a:r>
            <a:endParaRPr lang="zh-CN" altLang="en-US" sz="4400" dirty="0">
              <a:ln>
                <a:solidFill>
                  <a:schemeClr val="accent2"/>
                </a:solidFill>
              </a:ln>
              <a:noFill/>
              <a:latin typeface="+mj-lt"/>
              <a:ea typeface="+mj-ea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752794" y="2503713"/>
            <a:ext cx="365760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文本框 2047"/>
          <p:cNvSpPr txBox="1"/>
          <p:nvPr>
            <p:custDataLst>
              <p:tags r:id="rId17"/>
            </p:custDataLst>
          </p:nvPr>
        </p:nvSpPr>
        <p:spPr>
          <a:xfrm>
            <a:off x="2701146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创新与成长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49" name="文本框 2048"/>
          <p:cNvSpPr txBox="1"/>
          <p:nvPr>
            <p:custDataLst>
              <p:tags r:id="rId18"/>
            </p:custDataLst>
          </p:nvPr>
        </p:nvSpPr>
        <p:spPr>
          <a:xfrm>
            <a:off x="2611755" y="4513580"/>
            <a:ext cx="22250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Technological innovation and growth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1" name="直接连接符 2050"/>
          <p:cNvCxnSpPr/>
          <p:nvPr>
            <p:custDataLst>
              <p:tags r:id="rId19"/>
            </p:custDataLst>
          </p:nvPr>
        </p:nvCxnSpPr>
        <p:spPr>
          <a:xfrm>
            <a:off x="363404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文本框 2052"/>
          <p:cNvSpPr txBox="1"/>
          <p:nvPr>
            <p:custDataLst>
              <p:tags r:id="rId20"/>
            </p:custDataLst>
          </p:nvPr>
        </p:nvSpPr>
        <p:spPr>
          <a:xfrm>
            <a:off x="9840478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想法和建议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4" name="文本框 2053"/>
          <p:cNvSpPr txBox="1"/>
          <p:nvPr>
            <p:custDataLst>
              <p:tags r:id="rId21"/>
            </p:custDataLst>
          </p:nvPr>
        </p:nvSpPr>
        <p:spPr>
          <a:xfrm>
            <a:off x="10026650" y="4513580"/>
            <a:ext cx="181419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Ideas and suggestions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5" name="直接连接符 2054"/>
          <p:cNvCxnSpPr/>
          <p:nvPr>
            <p:custDataLst>
              <p:tags r:id="rId22"/>
            </p:custDataLst>
          </p:nvPr>
        </p:nvCxnSpPr>
        <p:spPr>
          <a:xfrm>
            <a:off x="10777826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7" name="文本框 2056"/>
          <p:cNvSpPr txBox="1"/>
          <p:nvPr>
            <p:custDataLst>
              <p:tags r:id="rId23"/>
            </p:custDataLst>
          </p:nvPr>
        </p:nvSpPr>
        <p:spPr>
          <a:xfrm>
            <a:off x="5086873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存在主要问题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8" name="文本框 2057"/>
          <p:cNvSpPr txBox="1"/>
          <p:nvPr>
            <p:custDataLst>
              <p:tags r:id="rId24"/>
            </p:custDataLst>
          </p:nvPr>
        </p:nvSpPr>
        <p:spPr>
          <a:xfrm>
            <a:off x="52349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There are major problem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9" name="直接连接符 2058"/>
          <p:cNvCxnSpPr/>
          <p:nvPr>
            <p:custDataLst>
              <p:tags r:id="rId25"/>
            </p:custDataLst>
          </p:nvPr>
        </p:nvCxnSpPr>
        <p:spPr>
          <a:xfrm>
            <a:off x="604200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0" name="文本框 6"/>
          <p:cNvSpPr txBox="1"/>
          <p:nvPr>
            <p:custDataLst>
              <p:tags r:id="rId26"/>
            </p:custDataLst>
          </p:nvPr>
        </p:nvSpPr>
        <p:spPr>
          <a:xfrm>
            <a:off x="3483731" y="3615571"/>
            <a:ext cx="60317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02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1" name="文本框 6"/>
          <p:cNvSpPr txBox="1"/>
          <p:nvPr>
            <p:custDataLst>
              <p:tags r:id="rId27"/>
            </p:custDataLst>
          </p:nvPr>
        </p:nvSpPr>
        <p:spPr>
          <a:xfrm>
            <a:off x="10631052" y="3615571"/>
            <a:ext cx="60453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05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2" name="文本框 6"/>
          <p:cNvSpPr txBox="1"/>
          <p:nvPr>
            <p:custDataLst>
              <p:tags r:id="rId28"/>
            </p:custDataLst>
          </p:nvPr>
        </p:nvSpPr>
        <p:spPr>
          <a:xfrm>
            <a:off x="5869125" y="361557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03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pic>
        <p:nvPicPr>
          <p:cNvPr id="2" name="图片 1" descr="220223咪鼠科技PPT-49"/>
          <p:cNvPicPr>
            <a:picLocks noChangeAspect="1"/>
          </p:cNvPicPr>
          <p:nvPr/>
        </p:nvPicPr>
        <p:blipFill>
          <a:blip r:embed="rId29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矩形: 圆角 51"/>
          <p:cNvSpPr/>
          <p:nvPr>
            <p:custDataLst>
              <p:tags r:id="rId30"/>
            </p:custDataLst>
          </p:nvPr>
        </p:nvSpPr>
        <p:spPr>
          <a:xfrm>
            <a:off x="747649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31"/>
            </p:custDataLst>
          </p:nvPr>
        </p:nvSpPr>
        <p:spPr>
          <a:xfrm>
            <a:off x="807482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2"/>
            </p:custDataLst>
          </p:nvPr>
        </p:nvSpPr>
        <p:spPr>
          <a:xfrm>
            <a:off x="8143695" y="362319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04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8" name="文本框 7"/>
          <p:cNvSpPr txBox="1"/>
          <p:nvPr>
            <p:custDataLst>
              <p:tags r:id="rId33"/>
            </p:custDataLst>
          </p:nvPr>
        </p:nvSpPr>
        <p:spPr>
          <a:xfrm>
            <a:off x="75971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Q4 Strategic Roadmap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34"/>
            </p:custDataLst>
          </p:nvPr>
        </p:nvSpPr>
        <p:spPr>
          <a:xfrm>
            <a:off x="7476378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四季度工作规划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35"/>
            </p:custDataLst>
          </p:nvPr>
        </p:nvCxnSpPr>
        <p:spPr>
          <a:xfrm>
            <a:off x="844611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descr="7b0a202020202266696c746572223a202235220a7d0a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38321" r="3771" b="37160"/>
          <a:stretch>
            <a:fillRect/>
          </a:stretch>
        </p:blipFill>
        <p:spPr>
          <a:xfrm>
            <a:off x="0" y="1972179"/>
            <a:ext cx="12192000" cy="4885821"/>
          </a:xfrm>
          <a:custGeom>
            <a:avLst/>
            <a:gdLst>
              <a:gd name="connsiteX0" fmla="*/ 0 w 12192000"/>
              <a:gd name="connsiteY0" fmla="*/ 0 h 4885821"/>
              <a:gd name="connsiteX1" fmla="*/ 12192000 w 12192000"/>
              <a:gd name="connsiteY1" fmla="*/ 0 h 4885821"/>
              <a:gd name="connsiteX2" fmla="*/ 12192000 w 12192000"/>
              <a:gd name="connsiteY2" fmla="*/ 4885821 h 4885821"/>
              <a:gd name="connsiteX3" fmla="*/ 0 w 12192000"/>
              <a:gd name="connsiteY3" fmla="*/ 4885821 h 4885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885821">
                <a:moveTo>
                  <a:pt x="0" y="0"/>
                </a:moveTo>
                <a:lnTo>
                  <a:pt x="12192000" y="0"/>
                </a:lnTo>
                <a:lnTo>
                  <a:pt x="12192000" y="4885821"/>
                </a:lnTo>
                <a:lnTo>
                  <a:pt x="0" y="4885821"/>
                </a:lnTo>
                <a:close/>
              </a:path>
            </a:pathLst>
          </a:custGeom>
        </p:spPr>
      </p:pic>
      <p:sp>
        <p:nvSpPr>
          <p:cNvPr id="24" name="椭圆 23"/>
          <p:cNvSpPr/>
          <p:nvPr/>
        </p:nvSpPr>
        <p:spPr>
          <a:xfrm>
            <a:off x="-35924" y="4438651"/>
            <a:ext cx="1080818" cy="108081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1. 知识目标：掌握本课生字新词，能正确书写。
2. 能力目标：能正确、流利地朗读课文，复述故事大意。
3. 情感目标：懂得“虚心使人进步，骄傲使人落后”的道理。</a:t>
            </a:r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 flipH="1">
            <a:off x="0" y="0"/>
            <a:ext cx="4945424" cy="2419350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教学目标</a:t>
            </a:r>
            <a:endParaRPr lang="zh-CN" altLang="en-US"/>
          </a:p>
        </p:txBody>
      </p:sp>
      <p:sp>
        <p:nvSpPr>
          <p:cNvPr id="2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三季度工作完成情况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7b0a202020202266696c746572223a202235220a7d0a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790" y="1407160"/>
            <a:ext cx="5227955" cy="36220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21" name="椭圆 20"/>
          <p:cNvSpPr/>
          <p:nvPr/>
        </p:nvSpPr>
        <p:spPr>
          <a:xfrm>
            <a:off x="14520" y="1343188"/>
            <a:ext cx="1336438" cy="13364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教学重点</a:t>
            </a: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3420923" y="2578849"/>
            <a:ext cx="2341183" cy="271512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理解故事内容，体会寓意</a:t>
            </a:r>
            <a:endParaRPr lang="zh-CN" altLang="en-US"/>
          </a:p>
        </p:txBody>
      </p:sp>
      <p:sp>
        <p:nvSpPr>
          <p:cNvPr id="10" name="文本框 6"/>
          <p:cNvSpPr txBox="1"/>
          <p:nvPr>
            <p:custDataLst>
              <p:tags r:id="rId6"/>
            </p:custDataLst>
          </p:nvPr>
        </p:nvSpPr>
        <p:spPr>
          <a:xfrm>
            <a:off x="3594372" y="287473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3614163" y="3342821"/>
            <a:ext cx="18221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文字内容</a:t>
            </a:r>
            <a:endParaRPr lang="zh-CN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文本框 6"/>
          <p:cNvSpPr txBox="1"/>
          <p:nvPr>
            <p:custDataLst>
              <p:tags r:id="rId8"/>
            </p:custDataLst>
          </p:nvPr>
        </p:nvSpPr>
        <p:spPr>
          <a:xfrm>
            <a:off x="3614163" y="3863127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教学难点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3614163" y="4276224"/>
            <a:ext cx="2024167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分角色朗读，体会角色心理变化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399347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1184454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6090285" y="3316605"/>
            <a:ext cx="4307840" cy="129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1.文字说明。。。。。。。。。
2.文字说明。。。。。。。。。。。。
3.文字说明。。。。。。。。。
4.文字说明。。。。。。。。。。。。
5.文字说明。。。。。。。。。。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2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创新与成长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3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l="12131" t="2833" r="24241"/>
          <a:stretch>
            <a:fillRect/>
          </a:stretch>
        </p:blipFill>
        <p:spPr>
          <a:xfrm>
            <a:off x="0" y="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5" name="任意多边形: 形状 4"/>
          <p:cNvSpPr/>
          <p:nvPr/>
        </p:nvSpPr>
        <p:spPr>
          <a:xfrm>
            <a:off x="0" y="0"/>
            <a:ext cx="5314950" cy="6858000"/>
          </a:xfrm>
          <a:custGeom>
            <a:avLst/>
            <a:gdLst>
              <a:gd name="connsiteX0" fmla="*/ 0 w 5314950"/>
              <a:gd name="connsiteY0" fmla="*/ 0 h 6858000"/>
              <a:gd name="connsiteX1" fmla="*/ 3775468 w 5314950"/>
              <a:gd name="connsiteY1" fmla="*/ 0 h 6858000"/>
              <a:gd name="connsiteX2" fmla="*/ 3810819 w 5314950"/>
              <a:gd name="connsiteY2" fmla="*/ 30622 h 6858000"/>
              <a:gd name="connsiteX3" fmla="*/ 5314950 w 5314950"/>
              <a:gd name="connsiteY3" fmla="*/ 3429000 h 6858000"/>
              <a:gd name="connsiteX4" fmla="*/ 3810819 w 5314950"/>
              <a:gd name="connsiteY4" fmla="*/ 6827379 h 6858000"/>
              <a:gd name="connsiteX5" fmla="*/ 3775468 w 5314950"/>
              <a:gd name="connsiteY5" fmla="*/ 6858000 h 6858000"/>
              <a:gd name="connsiteX6" fmla="*/ 0 w 53149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4950" h="6858000">
                <a:moveTo>
                  <a:pt x="0" y="0"/>
                </a:moveTo>
                <a:lnTo>
                  <a:pt x="3775468" y="0"/>
                </a:lnTo>
                <a:lnTo>
                  <a:pt x="3810819" y="30622"/>
                </a:lnTo>
                <a:cubicBezTo>
                  <a:pt x="4734838" y="870453"/>
                  <a:pt x="5314950" y="2081980"/>
                  <a:pt x="5314950" y="3429000"/>
                </a:cubicBezTo>
                <a:cubicBezTo>
                  <a:pt x="5314950" y="4776020"/>
                  <a:pt x="4734838" y="5987548"/>
                  <a:pt x="3810819" y="6827379"/>
                </a:cubicBezTo>
                <a:lnTo>
                  <a:pt x="3775468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  <a:prstDash val="solid"/>
          </a:ln>
          <a:effectLst>
            <a:outerShdw blurRad="203200" dist="101600" dir="8100000" algn="tr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第一课时</a:t>
            </a:r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侧重识字写字与初读感知，扫清阅读障碍。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55781" y="1650159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存在主要问题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7439" y="2317423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/>
          <p:cNvSpPr/>
          <p:nvPr>
            <p:custDataLst>
              <p:tags r:id="rId3"/>
            </p:custDataLst>
          </p:nvPr>
        </p:nvSpPr>
        <p:spPr>
          <a:xfrm>
            <a:off x="4048839" y="1060035"/>
            <a:ext cx="7555009" cy="4737930"/>
          </a:xfrm>
          <a:prstGeom prst="roundRect">
            <a:avLst>
              <a:gd name="adj" fmla="val 372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第二课时</a:t>
            </a:r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4"/>
            </p:custDataLst>
          </p:nvPr>
        </p:nvSpPr>
        <p:spPr>
          <a:xfrm>
            <a:off x="4490778" y="1540472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侧重精读感悟与拓展延伸，深化主题理解。</a:t>
            </a:r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5"/>
            </p:custDataLst>
          </p:nvPr>
        </p:nvSpPr>
        <p:spPr>
          <a:xfrm>
            <a:off x="4490778" y="2956571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6"/>
            </p:custDataLst>
          </p:nvPr>
        </p:nvSpPr>
        <p:spPr>
          <a:xfrm>
            <a:off x="4490778" y="4356558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文本框 6"/>
          <p:cNvSpPr txBox="1"/>
          <p:nvPr>
            <p:custDataLst>
              <p:tags r:id="rId7"/>
            </p:custDataLst>
          </p:nvPr>
        </p:nvSpPr>
        <p:spPr>
          <a:xfrm>
            <a:off x="5628922" y="1682221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标题名称1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5628921" y="2164820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文本框 6"/>
          <p:cNvSpPr txBox="1"/>
          <p:nvPr>
            <p:custDataLst>
              <p:tags r:id="rId9"/>
            </p:custDataLst>
          </p:nvPr>
        </p:nvSpPr>
        <p:spPr>
          <a:xfrm>
            <a:off x="5628922" y="3066258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标题名称2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5628921" y="3548857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11"/>
            </p:custDataLst>
          </p:nvPr>
        </p:nvSpPr>
        <p:spPr>
          <a:xfrm>
            <a:off x="5628922" y="4458932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标题名称3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5628921" y="4941531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11401051" y="2716318"/>
            <a:ext cx="407147" cy="40714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37" name="图形 14"/>
          <p:cNvSpPr/>
          <p:nvPr>
            <p:custDataLst>
              <p:tags r:id="rId14"/>
            </p:custDataLst>
          </p:nvPr>
        </p:nvSpPr>
        <p:spPr>
          <a:xfrm flipV="1">
            <a:off x="4743255" y="1792902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8" name="图形 115"/>
          <p:cNvSpPr/>
          <p:nvPr>
            <p:custDataLst>
              <p:tags r:id="rId15"/>
            </p:custDataLst>
          </p:nvPr>
        </p:nvSpPr>
        <p:spPr>
          <a:xfrm flipV="1">
            <a:off x="4743208" y="3214924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07"/>
          <p:cNvSpPr/>
          <p:nvPr>
            <p:custDataLst>
              <p:tags r:id="rId16"/>
            </p:custDataLst>
          </p:nvPr>
        </p:nvSpPr>
        <p:spPr>
          <a:xfrm flipV="1">
            <a:off x="4743208" y="4609986"/>
            <a:ext cx="319313" cy="317316"/>
          </a:xfrm>
          <a:custGeom>
            <a:avLst/>
            <a:gdLst>
              <a:gd name="connsiteX0" fmla="*/ 220565 w 319313"/>
              <a:gd name="connsiteY0" fmla="*/ 117525 h 317316"/>
              <a:gd name="connsiteX1" fmla="*/ 220565 w 319313"/>
              <a:gd name="connsiteY1" fmla="*/ 117525 h 317316"/>
              <a:gd name="connsiteX2" fmla="*/ 212557 w 319313"/>
              <a:gd name="connsiteY2" fmla="*/ 120842 h 317316"/>
              <a:gd name="connsiteX3" fmla="*/ 204538 w 319313"/>
              <a:gd name="connsiteY3" fmla="*/ 117525 h 317316"/>
              <a:gd name="connsiteX4" fmla="*/ 204457 w 319313"/>
              <a:gd name="connsiteY4" fmla="*/ 117525 h 317316"/>
              <a:gd name="connsiteX5" fmla="*/ 201228 w 319313"/>
              <a:gd name="connsiteY5" fmla="*/ 109773 h 317316"/>
              <a:gd name="connsiteX6" fmla="*/ 201228 w 319313"/>
              <a:gd name="connsiteY6" fmla="*/ 109425 h 317316"/>
              <a:gd name="connsiteX7" fmla="*/ 201228 w 319313"/>
              <a:gd name="connsiteY7" fmla="*/ 109166 h 317316"/>
              <a:gd name="connsiteX8" fmla="*/ 204191 w 319313"/>
              <a:gd name="connsiteY8" fmla="*/ 101764 h 317316"/>
              <a:gd name="connsiteX9" fmla="*/ 204538 w 319313"/>
              <a:gd name="connsiteY9" fmla="*/ 101417 h 317316"/>
              <a:gd name="connsiteX10" fmla="*/ 212557 w 319313"/>
              <a:gd name="connsiteY10" fmla="*/ 98196 h 317316"/>
              <a:gd name="connsiteX11" fmla="*/ 220477 w 319313"/>
              <a:gd name="connsiteY11" fmla="*/ 101417 h 317316"/>
              <a:gd name="connsiteX12" fmla="*/ 220565 w 319313"/>
              <a:gd name="connsiteY12" fmla="*/ 101417 h 317316"/>
              <a:gd name="connsiteX13" fmla="*/ 223874 w 319313"/>
              <a:gd name="connsiteY13" fmla="*/ 109425 h 317316"/>
              <a:gd name="connsiteX14" fmla="*/ 220565 w 319313"/>
              <a:gd name="connsiteY14" fmla="*/ 117525 h 317316"/>
              <a:gd name="connsiteX15" fmla="*/ 111949 w 319313"/>
              <a:gd name="connsiteY15" fmla="*/ 117525 h 317316"/>
              <a:gd name="connsiteX16" fmla="*/ 111949 w 319313"/>
              <a:gd name="connsiteY16" fmla="*/ 117525 h 317316"/>
              <a:gd name="connsiteX17" fmla="*/ 103850 w 319313"/>
              <a:gd name="connsiteY17" fmla="*/ 120842 h 317316"/>
              <a:gd name="connsiteX18" fmla="*/ 96010 w 319313"/>
              <a:gd name="connsiteY18" fmla="*/ 117525 h 317316"/>
              <a:gd name="connsiteX19" fmla="*/ 95840 w 319313"/>
              <a:gd name="connsiteY19" fmla="*/ 117525 h 317316"/>
              <a:gd name="connsiteX20" fmla="*/ 92531 w 319313"/>
              <a:gd name="connsiteY20" fmla="*/ 109425 h 317316"/>
              <a:gd name="connsiteX21" fmla="*/ 95573 w 319313"/>
              <a:gd name="connsiteY21" fmla="*/ 101764 h 317316"/>
              <a:gd name="connsiteX22" fmla="*/ 96010 w 319313"/>
              <a:gd name="connsiteY22" fmla="*/ 101417 h 317316"/>
              <a:gd name="connsiteX23" fmla="*/ 103850 w 319313"/>
              <a:gd name="connsiteY23" fmla="*/ 98196 h 317316"/>
              <a:gd name="connsiteX24" fmla="*/ 111949 w 319313"/>
              <a:gd name="connsiteY24" fmla="*/ 101417 h 317316"/>
              <a:gd name="connsiteX25" fmla="*/ 115347 w 319313"/>
              <a:gd name="connsiteY25" fmla="*/ 108989 h 317316"/>
              <a:gd name="connsiteX26" fmla="*/ 115177 w 319313"/>
              <a:gd name="connsiteY26" fmla="*/ 109425 h 317316"/>
              <a:gd name="connsiteX27" fmla="*/ 115347 w 319313"/>
              <a:gd name="connsiteY27" fmla="*/ 109773 h 317316"/>
              <a:gd name="connsiteX28" fmla="*/ 111949 w 319313"/>
              <a:gd name="connsiteY28" fmla="*/ 117525 h 317316"/>
              <a:gd name="connsiteX29" fmla="*/ 293382 w 319313"/>
              <a:gd name="connsiteY29" fmla="*/ 195656 h 317316"/>
              <a:gd name="connsiteX30" fmla="*/ 293382 w 319313"/>
              <a:gd name="connsiteY30" fmla="*/ 195656 h 317316"/>
              <a:gd name="connsiteX31" fmla="*/ 23194 w 319313"/>
              <a:gd name="connsiteY31" fmla="*/ 195656 h 317316"/>
              <a:gd name="connsiteX32" fmla="*/ 23194 w 319313"/>
              <a:gd name="connsiteY32" fmla="*/ 23285 h 317316"/>
              <a:gd name="connsiteX33" fmla="*/ 293382 w 319313"/>
              <a:gd name="connsiteY33" fmla="*/ 23285 h 317316"/>
              <a:gd name="connsiteX34" fmla="*/ 293382 w 319313"/>
              <a:gd name="connsiteY34" fmla="*/ 195656 h 317316"/>
              <a:gd name="connsiteX35" fmla="*/ 178841 w 319313"/>
              <a:gd name="connsiteY35" fmla="*/ 220220 h 317316"/>
              <a:gd name="connsiteX36" fmla="*/ 178841 w 319313"/>
              <a:gd name="connsiteY36" fmla="*/ 220220 h 317316"/>
              <a:gd name="connsiteX37" fmla="*/ 271958 w 319313"/>
              <a:gd name="connsiteY37" fmla="*/ 220220 h 317316"/>
              <a:gd name="connsiteX38" fmla="*/ 271958 w 319313"/>
              <a:gd name="connsiteY38" fmla="*/ 301134 h 317316"/>
              <a:gd name="connsiteX39" fmla="*/ 152280 w 319313"/>
              <a:gd name="connsiteY39" fmla="*/ 301134 h 317316"/>
              <a:gd name="connsiteX40" fmla="*/ 152280 w 319313"/>
              <a:gd name="connsiteY40" fmla="*/ 268998 h 317316"/>
              <a:gd name="connsiteX41" fmla="*/ 171269 w 319313"/>
              <a:gd name="connsiteY41" fmla="*/ 268998 h 317316"/>
              <a:gd name="connsiteX42" fmla="*/ 171439 w 319313"/>
              <a:gd name="connsiteY42" fmla="*/ 268998 h 317316"/>
              <a:gd name="connsiteX43" fmla="*/ 178841 w 319313"/>
              <a:gd name="connsiteY43" fmla="*/ 261594 h 317316"/>
              <a:gd name="connsiteX44" fmla="*/ 178841 w 319313"/>
              <a:gd name="connsiteY44" fmla="*/ 261416 h 317316"/>
              <a:gd name="connsiteX45" fmla="*/ 178841 w 319313"/>
              <a:gd name="connsiteY45" fmla="*/ 220220 h 317316"/>
              <a:gd name="connsiteX46" fmla="*/ 44627 w 319313"/>
              <a:gd name="connsiteY46" fmla="*/ 220220 h 317316"/>
              <a:gd name="connsiteX47" fmla="*/ 44627 w 319313"/>
              <a:gd name="connsiteY47" fmla="*/ 220220 h 317316"/>
              <a:gd name="connsiteX48" fmla="*/ 164035 w 319313"/>
              <a:gd name="connsiteY48" fmla="*/ 220220 h 317316"/>
              <a:gd name="connsiteX49" fmla="*/ 164035 w 319313"/>
              <a:gd name="connsiteY49" fmla="*/ 254014 h 317316"/>
              <a:gd name="connsiteX50" fmla="*/ 144967 w 319313"/>
              <a:gd name="connsiteY50" fmla="*/ 254014 h 317316"/>
              <a:gd name="connsiteX51" fmla="*/ 144789 w 319313"/>
              <a:gd name="connsiteY51" fmla="*/ 254014 h 317316"/>
              <a:gd name="connsiteX52" fmla="*/ 44627 w 319313"/>
              <a:gd name="connsiteY52" fmla="*/ 254014 h 317316"/>
              <a:gd name="connsiteX53" fmla="*/ 44627 w 319313"/>
              <a:gd name="connsiteY53" fmla="*/ 220220 h 317316"/>
              <a:gd name="connsiteX54" fmla="*/ 10832 w 319313"/>
              <a:gd name="connsiteY54" fmla="*/ 220220 h 317316"/>
              <a:gd name="connsiteX55" fmla="*/ 10832 w 319313"/>
              <a:gd name="connsiteY55" fmla="*/ 220220 h 317316"/>
              <a:gd name="connsiteX56" fmla="*/ 29812 w 319313"/>
              <a:gd name="connsiteY56" fmla="*/ 220220 h 317316"/>
              <a:gd name="connsiteX57" fmla="*/ 29812 w 319313"/>
              <a:gd name="connsiteY57" fmla="*/ 261594 h 317316"/>
              <a:gd name="connsiteX58" fmla="*/ 37223 w 319313"/>
              <a:gd name="connsiteY58" fmla="*/ 268998 h 317316"/>
              <a:gd name="connsiteX59" fmla="*/ 37482 w 319313"/>
              <a:gd name="connsiteY59" fmla="*/ 268998 h 317316"/>
              <a:gd name="connsiteX60" fmla="*/ 137564 w 319313"/>
              <a:gd name="connsiteY60" fmla="*/ 268998 h 317316"/>
              <a:gd name="connsiteX61" fmla="*/ 137564 w 319313"/>
              <a:gd name="connsiteY61" fmla="*/ 308367 h 317316"/>
              <a:gd name="connsiteX62" fmla="*/ 144967 w 319313"/>
              <a:gd name="connsiteY62" fmla="*/ 315948 h 317316"/>
              <a:gd name="connsiteX63" fmla="*/ 145136 w 319313"/>
              <a:gd name="connsiteY63" fmla="*/ 315948 h 317316"/>
              <a:gd name="connsiteX64" fmla="*/ 279183 w 319313"/>
              <a:gd name="connsiteY64" fmla="*/ 315948 h 317316"/>
              <a:gd name="connsiteX65" fmla="*/ 286593 w 319313"/>
              <a:gd name="connsiteY65" fmla="*/ 308367 h 317316"/>
              <a:gd name="connsiteX66" fmla="*/ 286593 w 319313"/>
              <a:gd name="connsiteY66" fmla="*/ 308189 h 317316"/>
              <a:gd name="connsiteX67" fmla="*/ 286593 w 319313"/>
              <a:gd name="connsiteY67" fmla="*/ 220220 h 317316"/>
              <a:gd name="connsiteX68" fmla="*/ 305574 w 319313"/>
              <a:gd name="connsiteY68" fmla="*/ 220220 h 317316"/>
              <a:gd name="connsiteX69" fmla="*/ 317945 w 319313"/>
              <a:gd name="connsiteY69" fmla="*/ 207849 h 317316"/>
              <a:gd name="connsiteX70" fmla="*/ 317945 w 319313"/>
              <a:gd name="connsiteY70" fmla="*/ 207500 h 317316"/>
              <a:gd name="connsiteX71" fmla="*/ 317945 w 319313"/>
              <a:gd name="connsiteY71" fmla="*/ 11003 h 317316"/>
              <a:gd name="connsiteX72" fmla="*/ 305574 w 319313"/>
              <a:gd name="connsiteY72" fmla="*/ -1368 h 317316"/>
              <a:gd name="connsiteX73" fmla="*/ 305225 w 319313"/>
              <a:gd name="connsiteY73" fmla="*/ -1368 h 317316"/>
              <a:gd name="connsiteX74" fmla="*/ 10832 w 319313"/>
              <a:gd name="connsiteY74" fmla="*/ -1368 h 317316"/>
              <a:gd name="connsiteX75" fmla="*/ -1369 w 319313"/>
              <a:gd name="connsiteY75" fmla="*/ 11003 h 317316"/>
              <a:gd name="connsiteX76" fmla="*/ -1369 w 319313"/>
              <a:gd name="connsiteY76" fmla="*/ 11181 h 317316"/>
              <a:gd name="connsiteX77" fmla="*/ -1369 w 319313"/>
              <a:gd name="connsiteY77" fmla="*/ 207849 h 317316"/>
              <a:gd name="connsiteX78" fmla="*/ 10832 w 319313"/>
              <a:gd name="connsiteY78" fmla="*/ 220220 h 317316"/>
              <a:gd name="connsiteX79" fmla="*/ 103850 w 319313"/>
              <a:gd name="connsiteY79" fmla="*/ 135559 h 317316"/>
              <a:gd name="connsiteX80" fmla="*/ 122321 w 319313"/>
              <a:gd name="connsiteY80" fmla="*/ 127978 h 317316"/>
              <a:gd name="connsiteX81" fmla="*/ 128939 w 319313"/>
              <a:gd name="connsiteY81" fmla="*/ 116828 h 317316"/>
              <a:gd name="connsiteX82" fmla="*/ 187467 w 319313"/>
              <a:gd name="connsiteY82" fmla="*/ 116828 h 317316"/>
              <a:gd name="connsiteX83" fmla="*/ 212557 w 319313"/>
              <a:gd name="connsiteY83" fmla="*/ 135559 h 317316"/>
              <a:gd name="connsiteX84" fmla="*/ 230930 w 319313"/>
              <a:gd name="connsiteY84" fmla="*/ 127978 h 317316"/>
              <a:gd name="connsiteX85" fmla="*/ 238680 w 319313"/>
              <a:gd name="connsiteY85" fmla="*/ 109425 h 317316"/>
              <a:gd name="connsiteX86" fmla="*/ 212557 w 319313"/>
              <a:gd name="connsiteY86" fmla="*/ 83382 h 317316"/>
              <a:gd name="connsiteX87" fmla="*/ 194085 w 319313"/>
              <a:gd name="connsiteY87" fmla="*/ 90963 h 317316"/>
              <a:gd name="connsiteX88" fmla="*/ 193656 w 319313"/>
              <a:gd name="connsiteY88" fmla="*/ 91570 h 317316"/>
              <a:gd name="connsiteX89" fmla="*/ 187467 w 319313"/>
              <a:gd name="connsiteY89" fmla="*/ 102112 h 317316"/>
              <a:gd name="connsiteX90" fmla="*/ 128939 w 319313"/>
              <a:gd name="connsiteY90" fmla="*/ 102112 h 317316"/>
              <a:gd name="connsiteX91" fmla="*/ 103850 w 319313"/>
              <a:gd name="connsiteY91" fmla="*/ 83382 h 317316"/>
              <a:gd name="connsiteX92" fmla="*/ 85556 w 319313"/>
              <a:gd name="connsiteY92" fmla="*/ 90963 h 317316"/>
              <a:gd name="connsiteX93" fmla="*/ 85039 w 319313"/>
              <a:gd name="connsiteY93" fmla="*/ 91570 h 317316"/>
              <a:gd name="connsiteX94" fmla="*/ 77895 w 319313"/>
              <a:gd name="connsiteY94" fmla="*/ 109425 h 317316"/>
              <a:gd name="connsiteX95" fmla="*/ 103850 w 319313"/>
              <a:gd name="connsiteY95" fmla="*/ 135559 h 317316"/>
              <a:gd name="connsiteX96" fmla="*/ 103850 w 319313"/>
              <a:gd name="connsiteY96" fmla="*/ 135559 h 31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319313" h="317316">
                <a:moveTo>
                  <a:pt x="220565" y="117525"/>
                </a:moveTo>
                <a:lnTo>
                  <a:pt x="220565" y="117525"/>
                </a:lnTo>
                <a:cubicBezTo>
                  <a:pt x="218478" y="119531"/>
                  <a:pt x="215687" y="120842"/>
                  <a:pt x="212557" y="120842"/>
                </a:cubicBezTo>
                <a:cubicBezTo>
                  <a:pt x="209417" y="120842"/>
                  <a:pt x="206545" y="119531"/>
                  <a:pt x="204538" y="117525"/>
                </a:cubicBezTo>
                <a:lnTo>
                  <a:pt x="204457" y="117525"/>
                </a:lnTo>
                <a:cubicBezTo>
                  <a:pt x="202621" y="115527"/>
                  <a:pt x="201228" y="112823"/>
                  <a:pt x="201228" y="109773"/>
                </a:cubicBezTo>
                <a:lnTo>
                  <a:pt x="201228" y="109425"/>
                </a:lnTo>
                <a:lnTo>
                  <a:pt x="201228" y="109166"/>
                </a:lnTo>
                <a:cubicBezTo>
                  <a:pt x="201228" y="106205"/>
                  <a:pt x="202362" y="103682"/>
                  <a:pt x="204191" y="101764"/>
                </a:cubicBezTo>
                <a:lnTo>
                  <a:pt x="204538" y="101417"/>
                </a:lnTo>
                <a:cubicBezTo>
                  <a:pt x="206545" y="99320"/>
                  <a:pt x="209417" y="98196"/>
                  <a:pt x="212557" y="98196"/>
                </a:cubicBezTo>
                <a:cubicBezTo>
                  <a:pt x="215687" y="98196"/>
                  <a:pt x="218478" y="99320"/>
                  <a:pt x="220477" y="101417"/>
                </a:cubicBezTo>
                <a:lnTo>
                  <a:pt x="220565" y="101417"/>
                </a:lnTo>
                <a:cubicBezTo>
                  <a:pt x="222571" y="103334"/>
                  <a:pt x="223874" y="106295"/>
                  <a:pt x="223874" y="109425"/>
                </a:cubicBezTo>
                <a:cubicBezTo>
                  <a:pt x="223874" y="112654"/>
                  <a:pt x="222571" y="115437"/>
                  <a:pt x="220565" y="117525"/>
                </a:cubicBezTo>
                <a:close/>
                <a:moveTo>
                  <a:pt x="111949" y="117525"/>
                </a:moveTo>
                <a:lnTo>
                  <a:pt x="111949" y="117525"/>
                </a:lnTo>
                <a:cubicBezTo>
                  <a:pt x="109861" y="119531"/>
                  <a:pt x="106989" y="120842"/>
                  <a:pt x="103850" y="120842"/>
                </a:cubicBezTo>
                <a:cubicBezTo>
                  <a:pt x="100719" y="120842"/>
                  <a:pt x="97928" y="119531"/>
                  <a:pt x="96010" y="117525"/>
                </a:cubicBezTo>
                <a:lnTo>
                  <a:pt x="95840" y="117525"/>
                </a:lnTo>
                <a:cubicBezTo>
                  <a:pt x="93922" y="115437"/>
                  <a:pt x="92531" y="112654"/>
                  <a:pt x="92531" y="109425"/>
                </a:cubicBezTo>
                <a:cubicBezTo>
                  <a:pt x="92531" y="106554"/>
                  <a:pt x="93744" y="103851"/>
                  <a:pt x="95573" y="101764"/>
                </a:cubicBezTo>
                <a:lnTo>
                  <a:pt x="96010" y="101417"/>
                </a:lnTo>
                <a:cubicBezTo>
                  <a:pt x="97928" y="99320"/>
                  <a:pt x="100888" y="98196"/>
                  <a:pt x="103850" y="98196"/>
                </a:cubicBezTo>
                <a:cubicBezTo>
                  <a:pt x="107159" y="98196"/>
                  <a:pt x="109861" y="99320"/>
                  <a:pt x="111949" y="101417"/>
                </a:cubicBezTo>
                <a:cubicBezTo>
                  <a:pt x="113785" y="103334"/>
                  <a:pt x="115177" y="106116"/>
                  <a:pt x="115347" y="108989"/>
                </a:cubicBezTo>
                <a:lnTo>
                  <a:pt x="115177" y="109425"/>
                </a:lnTo>
                <a:lnTo>
                  <a:pt x="115347" y="109773"/>
                </a:lnTo>
                <a:cubicBezTo>
                  <a:pt x="115177" y="112913"/>
                  <a:pt x="113785" y="115527"/>
                  <a:pt x="111949" y="117525"/>
                </a:cubicBezTo>
                <a:close/>
                <a:moveTo>
                  <a:pt x="293382" y="195656"/>
                </a:moveTo>
                <a:lnTo>
                  <a:pt x="293382" y="195656"/>
                </a:lnTo>
                <a:lnTo>
                  <a:pt x="23194" y="195656"/>
                </a:lnTo>
                <a:lnTo>
                  <a:pt x="23194" y="23285"/>
                </a:lnTo>
                <a:lnTo>
                  <a:pt x="293382" y="23285"/>
                </a:lnTo>
                <a:lnTo>
                  <a:pt x="293382" y="195656"/>
                </a:lnTo>
                <a:close/>
                <a:moveTo>
                  <a:pt x="178841" y="220220"/>
                </a:moveTo>
                <a:lnTo>
                  <a:pt x="178841" y="220220"/>
                </a:lnTo>
                <a:lnTo>
                  <a:pt x="271958" y="220220"/>
                </a:lnTo>
                <a:lnTo>
                  <a:pt x="271958" y="301134"/>
                </a:lnTo>
                <a:lnTo>
                  <a:pt x="152280" y="301134"/>
                </a:lnTo>
                <a:lnTo>
                  <a:pt x="152280" y="268998"/>
                </a:lnTo>
                <a:lnTo>
                  <a:pt x="171269" y="268998"/>
                </a:lnTo>
                <a:lnTo>
                  <a:pt x="171439" y="268998"/>
                </a:lnTo>
                <a:cubicBezTo>
                  <a:pt x="175622" y="268998"/>
                  <a:pt x="178841" y="265600"/>
                  <a:pt x="178841" y="261594"/>
                </a:cubicBezTo>
                <a:lnTo>
                  <a:pt x="178841" y="261416"/>
                </a:lnTo>
                <a:lnTo>
                  <a:pt x="178841" y="220220"/>
                </a:lnTo>
                <a:close/>
                <a:moveTo>
                  <a:pt x="44627" y="220220"/>
                </a:moveTo>
                <a:lnTo>
                  <a:pt x="44627" y="220220"/>
                </a:lnTo>
                <a:lnTo>
                  <a:pt x="164035" y="220220"/>
                </a:lnTo>
                <a:lnTo>
                  <a:pt x="164035" y="254014"/>
                </a:lnTo>
                <a:lnTo>
                  <a:pt x="144967" y="254014"/>
                </a:lnTo>
                <a:lnTo>
                  <a:pt x="144789" y="254014"/>
                </a:lnTo>
                <a:lnTo>
                  <a:pt x="44627" y="254014"/>
                </a:lnTo>
                <a:lnTo>
                  <a:pt x="44627" y="220220"/>
                </a:lnTo>
                <a:close/>
                <a:moveTo>
                  <a:pt x="10832" y="220220"/>
                </a:moveTo>
                <a:lnTo>
                  <a:pt x="10832" y="220220"/>
                </a:lnTo>
                <a:lnTo>
                  <a:pt x="29812" y="220220"/>
                </a:lnTo>
                <a:lnTo>
                  <a:pt x="29812" y="261594"/>
                </a:lnTo>
                <a:cubicBezTo>
                  <a:pt x="29812" y="265600"/>
                  <a:pt x="33129" y="268998"/>
                  <a:pt x="37223" y="268998"/>
                </a:cubicBezTo>
                <a:lnTo>
                  <a:pt x="37482" y="268998"/>
                </a:lnTo>
                <a:lnTo>
                  <a:pt x="137564" y="268998"/>
                </a:lnTo>
                <a:lnTo>
                  <a:pt x="137564" y="308367"/>
                </a:lnTo>
                <a:cubicBezTo>
                  <a:pt x="137564" y="312550"/>
                  <a:pt x="140953" y="315948"/>
                  <a:pt x="144967" y="315948"/>
                </a:cubicBezTo>
                <a:lnTo>
                  <a:pt x="145136" y="315948"/>
                </a:lnTo>
                <a:lnTo>
                  <a:pt x="279183" y="315948"/>
                </a:lnTo>
                <a:cubicBezTo>
                  <a:pt x="283276" y="315948"/>
                  <a:pt x="286593" y="312550"/>
                  <a:pt x="286593" y="308367"/>
                </a:cubicBezTo>
                <a:lnTo>
                  <a:pt x="286593" y="308189"/>
                </a:lnTo>
                <a:lnTo>
                  <a:pt x="286593" y="220220"/>
                </a:lnTo>
                <a:lnTo>
                  <a:pt x="305574" y="220220"/>
                </a:lnTo>
                <a:cubicBezTo>
                  <a:pt x="312371" y="220220"/>
                  <a:pt x="317945" y="214823"/>
                  <a:pt x="317945" y="207849"/>
                </a:cubicBezTo>
                <a:lnTo>
                  <a:pt x="317945" y="207500"/>
                </a:lnTo>
                <a:lnTo>
                  <a:pt x="317945" y="11003"/>
                </a:lnTo>
                <a:cubicBezTo>
                  <a:pt x="317945" y="4296"/>
                  <a:pt x="312371" y="-1368"/>
                  <a:pt x="305574" y="-1368"/>
                </a:cubicBezTo>
                <a:lnTo>
                  <a:pt x="305225" y="-1368"/>
                </a:lnTo>
                <a:lnTo>
                  <a:pt x="10832" y="-1368"/>
                </a:lnTo>
                <a:cubicBezTo>
                  <a:pt x="4205" y="-1368"/>
                  <a:pt x="-1369" y="4296"/>
                  <a:pt x="-1369" y="11003"/>
                </a:cubicBezTo>
                <a:lnTo>
                  <a:pt x="-1369" y="11181"/>
                </a:lnTo>
                <a:lnTo>
                  <a:pt x="-1369" y="207849"/>
                </a:lnTo>
                <a:cubicBezTo>
                  <a:pt x="-1369" y="214823"/>
                  <a:pt x="4205" y="220220"/>
                  <a:pt x="10832" y="220220"/>
                </a:cubicBezTo>
                <a:close/>
                <a:moveTo>
                  <a:pt x="103850" y="135559"/>
                </a:moveTo>
                <a:cubicBezTo>
                  <a:pt x="111173" y="135559"/>
                  <a:pt x="117612" y="132598"/>
                  <a:pt x="122321" y="127978"/>
                </a:cubicBezTo>
                <a:cubicBezTo>
                  <a:pt x="125452" y="124935"/>
                  <a:pt x="127718" y="121011"/>
                  <a:pt x="128939" y="116828"/>
                </a:cubicBezTo>
                <a:lnTo>
                  <a:pt x="187467" y="116828"/>
                </a:lnTo>
                <a:cubicBezTo>
                  <a:pt x="190776" y="127808"/>
                  <a:pt x="201059" y="135559"/>
                  <a:pt x="212557" y="135559"/>
                </a:cubicBezTo>
                <a:cubicBezTo>
                  <a:pt x="219701" y="135559"/>
                  <a:pt x="226319" y="132598"/>
                  <a:pt x="230930" y="127978"/>
                </a:cubicBezTo>
                <a:cubicBezTo>
                  <a:pt x="235639" y="123188"/>
                  <a:pt x="238680" y="116658"/>
                  <a:pt x="238680" y="109425"/>
                </a:cubicBezTo>
                <a:cubicBezTo>
                  <a:pt x="238680" y="95147"/>
                  <a:pt x="226836" y="83382"/>
                  <a:pt x="212557" y="83382"/>
                </a:cubicBezTo>
                <a:cubicBezTo>
                  <a:pt x="205411" y="83382"/>
                  <a:pt x="198794" y="86262"/>
                  <a:pt x="194085" y="90963"/>
                </a:cubicBezTo>
                <a:lnTo>
                  <a:pt x="193656" y="91570"/>
                </a:lnTo>
                <a:cubicBezTo>
                  <a:pt x="190954" y="94530"/>
                  <a:pt x="188688" y="98108"/>
                  <a:pt x="187467" y="102112"/>
                </a:cubicBezTo>
                <a:lnTo>
                  <a:pt x="128939" y="102112"/>
                </a:lnTo>
                <a:cubicBezTo>
                  <a:pt x="125630" y="91311"/>
                  <a:pt x="115525" y="83382"/>
                  <a:pt x="103850" y="83382"/>
                </a:cubicBezTo>
                <a:cubicBezTo>
                  <a:pt x="96705" y="83382"/>
                  <a:pt x="90088" y="86262"/>
                  <a:pt x="85556" y="90963"/>
                </a:cubicBezTo>
                <a:lnTo>
                  <a:pt x="85039" y="91570"/>
                </a:lnTo>
                <a:cubicBezTo>
                  <a:pt x="80597" y="96190"/>
                  <a:pt x="77895" y="102548"/>
                  <a:pt x="77895" y="109425"/>
                </a:cubicBezTo>
                <a:cubicBezTo>
                  <a:pt x="77895" y="123804"/>
                  <a:pt x="89570" y="135559"/>
                  <a:pt x="103850" y="135559"/>
                </a:cubicBezTo>
                <a:lnTo>
                  <a:pt x="103850" y="135559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未标题-1_画板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2131" t="2833" r="24241"/>
          <a:stretch>
            <a:fillRect/>
          </a:stretch>
        </p:blipFill>
        <p:spPr>
          <a:xfrm>
            <a:off x="0" y="508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13" name="任意多边形: 形状 12"/>
          <p:cNvSpPr/>
          <p:nvPr/>
        </p:nvSpPr>
        <p:spPr>
          <a:xfrm>
            <a:off x="76201" y="3545508"/>
            <a:ext cx="1176271" cy="1790066"/>
          </a:xfrm>
          <a:custGeom>
            <a:avLst/>
            <a:gdLst>
              <a:gd name="connsiteX0" fmla="*/ 281238 w 1176271"/>
              <a:gd name="connsiteY0" fmla="*/ 0 h 1790066"/>
              <a:gd name="connsiteX1" fmla="*/ 1176271 w 1176271"/>
              <a:gd name="connsiteY1" fmla="*/ 895033 h 1790066"/>
              <a:gd name="connsiteX2" fmla="*/ 281238 w 1176271"/>
              <a:gd name="connsiteY2" fmla="*/ 1790066 h 1790066"/>
              <a:gd name="connsiteX3" fmla="*/ 15083 w 1176271"/>
              <a:gd name="connsiteY3" fmla="*/ 1749827 h 1790066"/>
              <a:gd name="connsiteX4" fmla="*/ 0 w 1176271"/>
              <a:gd name="connsiteY4" fmla="*/ 1744307 h 1790066"/>
              <a:gd name="connsiteX5" fmla="*/ 0 w 1176271"/>
              <a:gd name="connsiteY5" fmla="*/ 45759 h 1790066"/>
              <a:gd name="connsiteX6" fmla="*/ 15083 w 1176271"/>
              <a:gd name="connsiteY6" fmla="*/ 40239 h 1790066"/>
              <a:gd name="connsiteX7" fmla="*/ 281238 w 1176271"/>
              <a:gd name="connsiteY7" fmla="*/ 0 h 179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6271" h="1790066">
                <a:moveTo>
                  <a:pt x="281238" y="0"/>
                </a:moveTo>
                <a:cubicBezTo>
                  <a:pt x="775551" y="0"/>
                  <a:pt x="1176271" y="400720"/>
                  <a:pt x="1176271" y="895033"/>
                </a:cubicBezTo>
                <a:cubicBezTo>
                  <a:pt x="1176271" y="1389346"/>
                  <a:pt x="775551" y="1790066"/>
                  <a:pt x="281238" y="1790066"/>
                </a:cubicBezTo>
                <a:cubicBezTo>
                  <a:pt x="188555" y="1790066"/>
                  <a:pt x="99161" y="1775978"/>
                  <a:pt x="15083" y="1749827"/>
                </a:cubicBezTo>
                <a:lnTo>
                  <a:pt x="0" y="1744307"/>
                </a:lnTo>
                <a:lnTo>
                  <a:pt x="0" y="45759"/>
                </a:lnTo>
                <a:lnTo>
                  <a:pt x="15083" y="40239"/>
                </a:lnTo>
                <a:cubicBezTo>
                  <a:pt x="99161" y="14088"/>
                  <a:pt x="188555" y="0"/>
                  <a:pt x="2812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教学过程 — 第一课时</a:t>
            </a:r>
            <a:endParaRPr lang="zh-CN" altLang="en-US"/>
          </a:p>
        </p:txBody>
      </p:sp>
      <p:sp>
        <p:nvSpPr>
          <p:cNvPr id="3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四季度工作规划</a:t>
            </a:r>
            <a:endParaRPr lang="zh-CN" altLang="en-US" sz="3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>
            <p:custDataLst>
              <p:tags r:id="rId4"/>
            </p:custDataLst>
          </p:nvPr>
        </p:nvSpPr>
        <p:spPr>
          <a:xfrm>
            <a:off x="1875517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进入识字与读文阶段</a:t>
            </a:r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5"/>
            </p:custDataLst>
          </p:nvPr>
        </p:nvSpPr>
        <p:spPr>
          <a:xfrm>
            <a:off x="4605261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7335005" y="2037593"/>
            <a:ext cx="2784475" cy="3792858"/>
          </a:xfrm>
          <a:prstGeom prst="roundRect">
            <a:avLst>
              <a:gd name="adj" fmla="val 573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659925" y="1108912"/>
            <a:ext cx="710663" cy="710663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11120416" y="6029489"/>
            <a:ext cx="277858" cy="27785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1" name="文本框 6"/>
          <p:cNvSpPr txBox="1"/>
          <p:nvPr>
            <p:custDataLst>
              <p:tags r:id="rId7"/>
            </p:custDataLst>
          </p:nvPr>
        </p:nvSpPr>
        <p:spPr>
          <a:xfrm>
            <a:off x="2037522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标题名称1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2037523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9"/>
            </p:custDataLst>
          </p:nvPr>
        </p:nvSpPr>
        <p:spPr>
          <a:xfrm>
            <a:off x="4807336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标题名称2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0"/>
            </p:custDataLst>
          </p:nvPr>
        </p:nvSpPr>
        <p:spPr>
          <a:xfrm>
            <a:off x="4807337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文字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文本框 6"/>
          <p:cNvSpPr txBox="1"/>
          <p:nvPr>
            <p:custDataLst>
              <p:tags r:id="rId11"/>
            </p:custDataLst>
          </p:nvPr>
        </p:nvSpPr>
        <p:spPr>
          <a:xfrm>
            <a:off x="7561811" y="4443987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标题名称3</a:t>
            </a:r>
            <a:endParaRPr lang="en-US" altLang="zh-CN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561811" y="4901519"/>
            <a:ext cx="23929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sz="1200" dirty="0">
                <a:solidFill>
                  <a:schemeClr val="bg1"/>
                </a:solidFill>
              </a:rPr>
              <a:t>文字</a:t>
            </a:r>
            <a:endParaRPr lang="zh-CN" sz="1200" dirty="0">
              <a:solidFill>
                <a:schemeClr val="bg1"/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未标题-1_画板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4"/>
          <a:stretch>
            <a:fillRect/>
          </a:stretch>
        </p:blipFill>
        <p:spPr>
          <a:xfrm>
            <a:off x="2088515" y="2587625"/>
            <a:ext cx="2057400" cy="168275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5"/>
          <a:stretch>
            <a:fillRect/>
          </a:stretch>
        </p:blipFill>
        <p:spPr>
          <a:xfrm>
            <a:off x="4807585" y="2587625"/>
            <a:ext cx="2063750" cy="168275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6"/>
          <a:stretch>
            <a:fillRect/>
          </a:stretch>
        </p:blipFill>
        <p:spPr>
          <a:xfrm>
            <a:off x="7699375" y="2419350"/>
            <a:ext cx="2054860" cy="184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: 形状 28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1"/>
            </p:custDataLst>
          </p:nvPr>
        </p:nvSpPr>
        <p:spPr>
          <a:xfrm>
            <a:off x="5051783" y="1132672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7" name="矩形: 圆角 6"/>
          <p:cNvSpPr/>
          <p:nvPr>
            <p:custDataLst>
              <p:tags r:id="rId4"/>
            </p:custDataLst>
          </p:nvPr>
        </p:nvSpPr>
        <p:spPr>
          <a:xfrm>
            <a:off x="753190" y="2120319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8" name="矩形: 圆角 7"/>
          <p:cNvSpPr/>
          <p:nvPr>
            <p:custDataLst>
              <p:tags r:id="rId5"/>
            </p:custDataLst>
          </p:nvPr>
        </p:nvSpPr>
        <p:spPr>
          <a:xfrm>
            <a:off x="6280298" y="2738496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430107" y="4456586"/>
            <a:ext cx="1451877" cy="145187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5003150" y="2409938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10498929" y="3008257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3" name="文本框 6"/>
          <p:cNvSpPr txBox="1"/>
          <p:nvPr>
            <p:custDataLst>
              <p:tags r:id="rId8"/>
            </p:custDataLst>
          </p:nvPr>
        </p:nvSpPr>
        <p:spPr>
          <a:xfrm>
            <a:off x="973455" y="2764155"/>
            <a:ext cx="2696845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新课导入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973756" y="3289905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出示乌龟与兔子图片，提问学生偏好，激发兴趣。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1080436" y="2578908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6"/>
          <p:cNvSpPr txBox="1"/>
          <p:nvPr>
            <p:custDataLst>
              <p:tags r:id="rId11"/>
            </p:custDataLst>
          </p:nvPr>
        </p:nvSpPr>
        <p:spPr>
          <a:xfrm>
            <a:off x="6559244" y="338387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引出课题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6559244" y="3909487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自然板书课题《龟兔赛跑》，齐读课题。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" name="直接连接符 19"/>
          <p:cNvCxnSpPr/>
          <p:nvPr>
            <p:custDataLst>
              <p:tags r:id="rId13"/>
            </p:custDataLst>
          </p:nvPr>
        </p:nvCxnSpPr>
        <p:spPr>
          <a:xfrm>
            <a:off x="6665924" y="3198490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图形 14"/>
          <p:cNvSpPr/>
          <p:nvPr>
            <p:custDataLst>
              <p:tags r:id="rId14"/>
            </p:custDataLst>
          </p:nvPr>
        </p:nvSpPr>
        <p:spPr>
          <a:xfrm flipV="1">
            <a:off x="5172099" y="2578840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15"/>
          <p:cNvSpPr/>
          <p:nvPr>
            <p:custDataLst>
              <p:tags r:id="rId15"/>
            </p:custDataLst>
          </p:nvPr>
        </p:nvSpPr>
        <p:spPr>
          <a:xfrm flipV="1">
            <a:off x="10647314" y="3183082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6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想法和建议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17"/>
            </p:custDataLst>
          </p:nvPr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8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8052" b="9236"/>
          <a:stretch>
            <a:fillRect/>
          </a:stretch>
        </p:blipFill>
        <p:spPr>
          <a:xfrm>
            <a:off x="0" y="2386959"/>
            <a:ext cx="8263308" cy="4471041"/>
          </a:xfrm>
          <a:custGeom>
            <a:avLst/>
            <a:gdLst>
              <a:gd name="connsiteX0" fmla="*/ 0 w 8263308"/>
              <a:gd name="connsiteY0" fmla="*/ 0 h 4471041"/>
              <a:gd name="connsiteX1" fmla="*/ 8263308 w 8263308"/>
              <a:gd name="connsiteY1" fmla="*/ 0 h 4471041"/>
              <a:gd name="connsiteX2" fmla="*/ 8263308 w 8263308"/>
              <a:gd name="connsiteY2" fmla="*/ 4471041 h 4471041"/>
              <a:gd name="connsiteX3" fmla="*/ 0 w 8263308"/>
              <a:gd name="connsiteY3" fmla="*/ 4471041 h 447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3308" h="4471041">
                <a:moveTo>
                  <a:pt x="0" y="0"/>
                </a:moveTo>
                <a:lnTo>
                  <a:pt x="8263308" y="0"/>
                </a:lnTo>
                <a:lnTo>
                  <a:pt x="8263308" y="4471041"/>
                </a:lnTo>
                <a:lnTo>
                  <a:pt x="0" y="4471041"/>
                </a:lnTo>
                <a:close/>
              </a:path>
            </a:pathLst>
          </a:custGeom>
        </p:spPr>
      </p:pic>
      <p:sp>
        <p:nvSpPr>
          <p:cNvPr id="4" name="任意多边形: 形状 3"/>
          <p:cNvSpPr/>
          <p:nvPr/>
        </p:nvSpPr>
        <p:spPr>
          <a:xfrm>
            <a:off x="8633689" y="623453"/>
            <a:ext cx="3558311" cy="5350598"/>
          </a:xfrm>
          <a:custGeom>
            <a:avLst/>
            <a:gdLst>
              <a:gd name="connsiteX0" fmla="*/ 2675299 w 3558311"/>
              <a:gd name="connsiteY0" fmla="*/ 0 h 5350598"/>
              <a:gd name="connsiteX1" fmla="*/ 3470851 w 3558311"/>
              <a:gd name="connsiteY1" fmla="*/ 120276 h 5350598"/>
              <a:gd name="connsiteX2" fmla="*/ 3558311 w 3558311"/>
              <a:gd name="connsiteY2" fmla="*/ 152287 h 5350598"/>
              <a:gd name="connsiteX3" fmla="*/ 3558311 w 3558311"/>
              <a:gd name="connsiteY3" fmla="*/ 5198311 h 5350598"/>
              <a:gd name="connsiteX4" fmla="*/ 3470851 w 3558311"/>
              <a:gd name="connsiteY4" fmla="*/ 5230322 h 5350598"/>
              <a:gd name="connsiteX5" fmla="*/ 2675299 w 3558311"/>
              <a:gd name="connsiteY5" fmla="*/ 5350598 h 5350598"/>
              <a:gd name="connsiteX6" fmla="*/ 0 w 3558311"/>
              <a:gd name="connsiteY6" fmla="*/ 2675299 h 5350598"/>
              <a:gd name="connsiteX7" fmla="*/ 2675299 w 3558311"/>
              <a:gd name="connsiteY7" fmla="*/ 0 h 535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8311" h="5350598">
                <a:moveTo>
                  <a:pt x="2675299" y="0"/>
                </a:moveTo>
                <a:cubicBezTo>
                  <a:pt x="2952335" y="0"/>
                  <a:pt x="3219536" y="42109"/>
                  <a:pt x="3470851" y="120276"/>
                </a:cubicBezTo>
                <a:lnTo>
                  <a:pt x="3558311" y="152287"/>
                </a:lnTo>
                <a:lnTo>
                  <a:pt x="3558311" y="5198311"/>
                </a:lnTo>
                <a:lnTo>
                  <a:pt x="3470851" y="5230322"/>
                </a:lnTo>
                <a:cubicBezTo>
                  <a:pt x="3219536" y="5308489"/>
                  <a:pt x="2952335" y="5350598"/>
                  <a:pt x="2675299" y="5350598"/>
                </a:cubicBezTo>
                <a:cubicBezTo>
                  <a:pt x="1197772" y="5350598"/>
                  <a:pt x="0" y="4152826"/>
                  <a:pt x="0" y="2675299"/>
                </a:cubicBezTo>
                <a:cubicBezTo>
                  <a:pt x="0" y="1197772"/>
                  <a:pt x="1197772" y="0"/>
                  <a:pt x="267529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1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感谢聆听 欢迎指正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5688" y="5196801"/>
            <a:ext cx="236668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dirty="0">
                <a:solidFill>
                  <a:schemeClr val="bg1"/>
                </a:solidFill>
              </a:rPr>
              <a:t>汇报人：×××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977477" y="3976255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3">
                  <a:lumMod val="50000"/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1299371" y="508514"/>
            <a:ext cx="341767" cy="341767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66" name="等腰三角形 65"/>
          <p:cNvSpPr/>
          <p:nvPr/>
        </p:nvSpPr>
        <p:spPr>
          <a:xfrm rot="5400000">
            <a:off x="11432916" y="651118"/>
            <a:ext cx="108543" cy="56560"/>
          </a:xfrm>
          <a:prstGeom prst="triangle">
            <a:avLst/>
          </a:prstGeom>
          <a:solidFill>
            <a:srgbClr val="2C70FF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cxnSp>
        <p:nvCxnSpPr>
          <p:cNvPr id="68" name="直接连接符 67"/>
          <p:cNvCxnSpPr>
            <a:stCxn id="28" idx="4"/>
          </p:cNvCxnSpPr>
          <p:nvPr/>
        </p:nvCxnSpPr>
        <p:spPr>
          <a:xfrm>
            <a:off x="11470255" y="850281"/>
            <a:ext cx="3175" cy="13830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1479530" y="4491990"/>
            <a:ext cx="0" cy="2366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/>
          <p:cNvSpPr/>
          <p:nvPr/>
        </p:nvSpPr>
        <p:spPr>
          <a:xfrm>
            <a:off x="585037" y="5784965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 sz="2000"/>
          </a:p>
        </p:txBody>
      </p:sp>
      <p:sp>
        <p:nvSpPr>
          <p:cNvPr id="12" name="椭圆 11"/>
          <p:cNvSpPr/>
          <p:nvPr/>
        </p:nvSpPr>
        <p:spPr>
          <a:xfrm>
            <a:off x="6378662" y="2308860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11299190" y="2392045"/>
            <a:ext cx="438785" cy="198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lang="zh-CN" altLang="en-US" sz="1400">
                <a:solidFill>
                  <a:schemeClr val="bg1"/>
                </a:solidFill>
              </a:rPr>
              <a:t>专
注
AI
探
索未
来</a:t>
            </a:r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3" name="图片 2" descr="未标题-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" y="484505"/>
            <a:ext cx="1750060" cy="687705"/>
          </a:xfrm>
          <a:prstGeom prst="rect">
            <a:avLst/>
          </a:prstGeom>
        </p:spPr>
      </p:pic>
      <p:sp>
        <p:nvSpPr>
          <p:cNvPr id="5" name="文本框 6"/>
          <p:cNvSpPr txBox="1"/>
          <p:nvPr>
            <p:custDataLst>
              <p:tags r:id="rId4"/>
            </p:custDataLst>
          </p:nvPr>
        </p:nvSpPr>
        <p:spPr>
          <a:xfrm>
            <a:off x="958706" y="2837040"/>
            <a:ext cx="8697912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8800" dirty="0">
                <a:solidFill>
                  <a:schemeClr val="bg1"/>
                </a:solidFill>
                <a:latin typeface="+mj-ea"/>
                <a:ea typeface="+mj-ea"/>
              </a:rPr>
              <a:t>感谢观看</a:t>
            </a:r>
            <a:endParaRPr lang="zh-CN" altLang="en-US" sz="8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47122" y="1920490"/>
            <a:ext cx="3890385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kumimoji="0" sz="105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ea typeface="+mj-ea"/>
              </a:defRPr>
            </a:lvl1pPr>
          </a:lstStyle>
          <a:p>
            <a:pPr/>
            <a:r>
              <a:rPr lang="en-US" altLang="zh-CN" sz="6600" dirty="0">
                <a:ln>
                  <a:solidFill>
                    <a:schemeClr val="bg1"/>
                  </a:solidFill>
                </a:ln>
                <a:solidFill/>
              </a:rPr>
              <a:t>TANKS</a:t>
            </a:r>
            <a:endParaRPr lang="zh-CN" altLang="en-US" sz="6600" dirty="0">
              <a:ln>
                <a:solidFill>
                  <a:schemeClr val="bg1"/>
                </a:solidFill>
              </a:ln>
              <a:noFill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055688" y="4359275"/>
            <a:ext cx="101314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图片 25" descr="7b0a202020202266696c746572223a202235220a7d0a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38321" r="3771" b="37160"/>
          <a:stretch>
            <a:fillRect/>
          </a:stretch>
        </p:blipFill>
        <p:spPr>
          <a:xfrm>
            <a:off x="0" y="1972179"/>
            <a:ext cx="12192000" cy="4885821"/>
          </a:xfrm>
          <a:custGeom>
            <a:avLst/>
            <a:gdLst>
              <a:gd name="connsiteX0" fmla="*/ 0 w 12192000"/>
              <a:gd name="connsiteY0" fmla="*/ 0 h 4885821"/>
              <a:gd name="connsiteX1" fmla="*/ 12192000 w 12192000"/>
              <a:gd name="connsiteY1" fmla="*/ 0 h 4885821"/>
              <a:gd name="connsiteX2" fmla="*/ 12192000 w 12192000"/>
              <a:gd name="connsiteY2" fmla="*/ 4885821 h 4885821"/>
              <a:gd name="connsiteX3" fmla="*/ 0 w 12192000"/>
              <a:gd name="connsiteY3" fmla="*/ 4885821 h 4885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885821">
                <a:moveTo>
                  <a:pt x="0" y="0"/>
                </a:moveTo>
                <a:lnTo>
                  <a:pt x="12192000" y="0"/>
                </a:lnTo>
                <a:lnTo>
                  <a:pt x="12192000" y="4885821"/>
                </a:lnTo>
                <a:lnTo>
                  <a:pt x="0" y="4885821"/>
                </a:lnTo>
                <a:close/>
              </a:path>
            </a:pathLst>
          </a:custGeom>
        </p:spPr>
      </p:pic>
      <p:sp>
        <p:nvSpPr>
          <p:cNvPr id="24" name="椭圆 23"/>
          <p:cNvSpPr/>
          <p:nvPr/>
        </p:nvSpPr>
        <p:spPr>
          <a:xfrm>
            <a:off x="-35924" y="4438651"/>
            <a:ext cx="1080818" cy="108081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1. 教师范读，学生听准字音。
2. 学生自由练读，圈画生字。
3. 重点识记：兔、乌、跑、赛、骄、傲。
4. 开火车读生字，组词练习。</a:t>
            </a:r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 flipH="1">
            <a:off x="0" y="0"/>
            <a:ext cx="4945424" cy="2419350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初读课文</a:t>
            </a:r>
            <a:endParaRPr lang="zh-CN" altLang="en-US"/>
          </a:p>
        </p:txBody>
      </p:sp>
      <p:sp>
        <p:nvSpPr>
          <p:cNvPr id="2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三季度工作完成情况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7b0a202020202266696c746572223a202235220a7d0a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图片 25" descr="7b0a202020202266696c746572223a202235220a7d0a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38321" r="3771" b="37160"/>
          <a:stretch>
            <a:fillRect/>
          </a:stretch>
        </p:blipFill>
        <p:spPr>
          <a:xfrm>
            <a:off x="0" y="1972179"/>
            <a:ext cx="12192000" cy="4885821"/>
          </a:xfrm>
          <a:custGeom>
            <a:avLst/>
            <a:gdLst>
              <a:gd name="connsiteX0" fmla="*/ 0 w 12192000"/>
              <a:gd name="connsiteY0" fmla="*/ 0 h 4885821"/>
              <a:gd name="connsiteX1" fmla="*/ 12192000 w 12192000"/>
              <a:gd name="connsiteY1" fmla="*/ 0 h 4885821"/>
              <a:gd name="connsiteX2" fmla="*/ 12192000 w 12192000"/>
              <a:gd name="connsiteY2" fmla="*/ 4885821 h 4885821"/>
              <a:gd name="connsiteX3" fmla="*/ 0 w 12192000"/>
              <a:gd name="connsiteY3" fmla="*/ 4885821 h 4885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885821">
                <a:moveTo>
                  <a:pt x="0" y="0"/>
                </a:moveTo>
                <a:lnTo>
                  <a:pt x="12192000" y="0"/>
                </a:lnTo>
                <a:lnTo>
                  <a:pt x="12192000" y="4885821"/>
                </a:lnTo>
                <a:lnTo>
                  <a:pt x="0" y="4885821"/>
                </a:lnTo>
                <a:close/>
              </a:path>
            </a:pathLst>
          </a:custGeom>
        </p:spPr>
      </p:pic>
      <p:sp>
        <p:nvSpPr>
          <p:cNvPr id="24" name="椭圆 23"/>
          <p:cNvSpPr/>
          <p:nvPr/>
        </p:nvSpPr>
        <p:spPr>
          <a:xfrm>
            <a:off x="-35924" y="4438651"/>
            <a:ext cx="1080818" cy="108081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1. 找出描写兔子骄傲的句子。
2. 指导朗读，读出兔子的傲慢语气。
3. 对比乌龟的反应，体会性格差异。</a:t>
            </a:r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 flipH="1">
            <a:off x="0" y="0"/>
            <a:ext cx="4945424" cy="2419350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精读一二段</a:t>
            </a:r>
            <a:endParaRPr lang="zh-CN" altLang="en-US"/>
          </a:p>
        </p:txBody>
      </p:sp>
      <p:sp>
        <p:nvSpPr>
          <p:cNvPr id="2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三季度工作完成情况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7b0a202020202266696c746572223a202235220a7d0a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图片 25" descr="7b0a202020202266696c746572223a202235220a7d0a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38321" r="3771" b="37160"/>
          <a:stretch>
            <a:fillRect/>
          </a:stretch>
        </p:blipFill>
        <p:spPr>
          <a:xfrm>
            <a:off x="0" y="1972179"/>
            <a:ext cx="12192000" cy="4885821"/>
          </a:xfrm>
          <a:custGeom>
            <a:avLst/>
            <a:gdLst>
              <a:gd name="connsiteX0" fmla="*/ 0 w 12192000"/>
              <a:gd name="connsiteY0" fmla="*/ 0 h 4885821"/>
              <a:gd name="connsiteX1" fmla="*/ 12192000 w 12192000"/>
              <a:gd name="connsiteY1" fmla="*/ 0 h 4885821"/>
              <a:gd name="connsiteX2" fmla="*/ 12192000 w 12192000"/>
              <a:gd name="connsiteY2" fmla="*/ 4885821 h 4885821"/>
              <a:gd name="connsiteX3" fmla="*/ 0 w 12192000"/>
              <a:gd name="connsiteY3" fmla="*/ 4885821 h 4885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885821">
                <a:moveTo>
                  <a:pt x="0" y="0"/>
                </a:moveTo>
                <a:lnTo>
                  <a:pt x="12192000" y="0"/>
                </a:lnTo>
                <a:lnTo>
                  <a:pt x="12192000" y="4885821"/>
                </a:lnTo>
                <a:lnTo>
                  <a:pt x="0" y="4885821"/>
                </a:lnTo>
                <a:close/>
              </a:path>
            </a:pathLst>
          </a:custGeom>
        </p:spPr>
      </p:pic>
      <p:sp>
        <p:nvSpPr>
          <p:cNvPr id="24" name="椭圆 23"/>
          <p:cNvSpPr/>
          <p:nvPr/>
        </p:nvSpPr>
        <p:spPr>
          <a:xfrm>
            <a:off x="-35924" y="4438651"/>
            <a:ext cx="1080818" cy="108081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兔子 —— 骄傲 —— 失败
|
乌龟 —— 坚持 —— 胜利</a:t>
            </a:r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 flipH="1">
            <a:off x="0" y="0"/>
            <a:ext cx="4945424" cy="2419350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板书设计</a:t>
            </a:r>
            <a:endParaRPr lang="zh-CN" altLang="en-US"/>
          </a:p>
        </p:txBody>
      </p:sp>
      <p:sp>
        <p:nvSpPr>
          <p:cNvPr id="2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三季度工作完成情况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7b0a202020202266696c746572223a202235220a7d0a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8" name="图片 2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790" y="1407160"/>
            <a:ext cx="5227955" cy="36220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21" name="椭圆 20"/>
          <p:cNvSpPr/>
          <p:nvPr/>
        </p:nvSpPr>
        <p:spPr>
          <a:xfrm>
            <a:off x="14520" y="1343188"/>
            <a:ext cx="1336438" cy="13364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3420923" y="2578849"/>
            <a:ext cx="2341183" cy="271512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文本框 6"/>
          <p:cNvSpPr txBox="1"/>
          <p:nvPr>
            <p:custDataLst>
              <p:tags r:id="rId6"/>
            </p:custDataLst>
          </p:nvPr>
        </p:nvSpPr>
        <p:spPr>
          <a:xfrm>
            <a:off x="3594372" y="287473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整体感知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3614163" y="3342821"/>
            <a:ext cx="18221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故事里有谁？</a:t>
            </a:r>
            <a:endParaRPr lang="zh-CN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文本框 6"/>
          <p:cNvSpPr txBox="1"/>
          <p:nvPr>
            <p:custDataLst>
              <p:tags r:id="rId8"/>
            </p:custDataLst>
          </p:nvPr>
        </p:nvSpPr>
        <p:spPr>
          <a:xfrm>
            <a:off x="3614163" y="3863127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情节梳理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3614163" y="4276224"/>
            <a:ext cx="2024167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发生了什么事？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399347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1184454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6090285" y="3316605"/>
            <a:ext cx="4307840" cy="129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1.文字说明。。。。。。。。。
2.文字说明。。。。。。。。。。。。
3.文字说明。。。。。。。。。
4.文字说明。。。。。。。。。。。。
5.文字说明。。。。。。。。。。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2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创新与成长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3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8" name="图片 2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790" y="1407160"/>
            <a:ext cx="5227955" cy="36220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21" name="椭圆 20"/>
          <p:cNvSpPr/>
          <p:nvPr/>
        </p:nvSpPr>
        <p:spPr>
          <a:xfrm>
            <a:off x="14520" y="1343188"/>
            <a:ext cx="1336438" cy="13364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3420923" y="2578849"/>
            <a:ext cx="2341183" cy="271512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文本框 6"/>
          <p:cNvSpPr txBox="1"/>
          <p:nvPr>
            <p:custDataLst>
              <p:tags r:id="rId6"/>
            </p:custDataLst>
          </p:nvPr>
        </p:nvSpPr>
        <p:spPr>
          <a:xfrm>
            <a:off x="3594372" y="287473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精读三四段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3614163" y="3342821"/>
            <a:ext cx="18221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乌龟的表现</a:t>
            </a:r>
            <a:endParaRPr lang="zh-CN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文本框 6"/>
          <p:cNvSpPr txBox="1"/>
          <p:nvPr>
            <p:custDataLst>
              <p:tags r:id="rId8"/>
            </p:custDataLst>
          </p:nvPr>
        </p:nvSpPr>
        <p:spPr>
          <a:xfrm>
            <a:off x="3614163" y="3863127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比赛结果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3614163" y="4276224"/>
            <a:ext cx="2024167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坚持不懈 vs 骄傲懈怠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399347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1184454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6090285" y="3316605"/>
            <a:ext cx="4307840" cy="129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1.文字说明。。。。。。。。。
2.文字说明。。。。。。。。。。。。
3.文字说明。。。。。。。。。
4.文字说明。。。。。。。。。。。。
5.文字说明。。。。。。。。。。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2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创新与成长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3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8" name="图片 2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790" y="1407160"/>
            <a:ext cx="5227955" cy="36220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21" name="椭圆 20"/>
          <p:cNvSpPr/>
          <p:nvPr/>
        </p:nvSpPr>
        <p:spPr>
          <a:xfrm>
            <a:off x="14520" y="1343188"/>
            <a:ext cx="1336438" cy="13364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3420923" y="2578849"/>
            <a:ext cx="2341183" cy="271512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文本框 6"/>
          <p:cNvSpPr txBox="1"/>
          <p:nvPr>
            <p:custDataLst>
              <p:tags r:id="rId6"/>
            </p:custDataLst>
          </p:nvPr>
        </p:nvSpPr>
        <p:spPr>
          <a:xfrm>
            <a:off x="3594372" y="287473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教学反思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3614163" y="3342821"/>
            <a:ext cx="18221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目标达成度</a:t>
            </a:r>
            <a:endParaRPr lang="zh-CN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文本框 6"/>
          <p:cNvSpPr txBox="1"/>
          <p:nvPr>
            <p:custDataLst>
              <p:tags r:id="rId8"/>
            </p:custDataLst>
          </p:nvPr>
        </p:nvSpPr>
        <p:spPr>
          <a:xfrm>
            <a:off x="3614163" y="3863127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学生参与度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3614163" y="4276224"/>
            <a:ext cx="2024167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课堂氛围活跃，但个别学生朗读指导需加强。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399347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1184454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6090285" y="3316605"/>
            <a:ext cx="4307840" cy="129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1.文字说明。。。。。。。。。
2.文字说明。。。。。。。。。。。。
3.文字说明。。。。。。。。。
4.文字说明。。。。。。。。。。。。
5.文字说明。。。。。。。。。。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2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创新与成长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3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l="12131" t="2833" r="24241"/>
          <a:stretch>
            <a:fillRect/>
          </a:stretch>
        </p:blipFill>
        <p:spPr>
          <a:xfrm>
            <a:off x="0" y="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5" name="任意多边形: 形状 4"/>
          <p:cNvSpPr/>
          <p:nvPr/>
        </p:nvSpPr>
        <p:spPr>
          <a:xfrm>
            <a:off x="0" y="0"/>
            <a:ext cx="5314950" cy="6858000"/>
          </a:xfrm>
          <a:custGeom>
            <a:avLst/>
            <a:gdLst>
              <a:gd name="connsiteX0" fmla="*/ 0 w 5314950"/>
              <a:gd name="connsiteY0" fmla="*/ 0 h 6858000"/>
              <a:gd name="connsiteX1" fmla="*/ 3775468 w 5314950"/>
              <a:gd name="connsiteY1" fmla="*/ 0 h 6858000"/>
              <a:gd name="connsiteX2" fmla="*/ 3810819 w 5314950"/>
              <a:gd name="connsiteY2" fmla="*/ 30622 h 6858000"/>
              <a:gd name="connsiteX3" fmla="*/ 5314950 w 5314950"/>
              <a:gd name="connsiteY3" fmla="*/ 3429000 h 6858000"/>
              <a:gd name="connsiteX4" fmla="*/ 3810819 w 5314950"/>
              <a:gd name="connsiteY4" fmla="*/ 6827379 h 6858000"/>
              <a:gd name="connsiteX5" fmla="*/ 3775468 w 5314950"/>
              <a:gd name="connsiteY5" fmla="*/ 6858000 h 6858000"/>
              <a:gd name="connsiteX6" fmla="*/ 0 w 53149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4950" h="6858000">
                <a:moveTo>
                  <a:pt x="0" y="0"/>
                </a:moveTo>
                <a:lnTo>
                  <a:pt x="3775468" y="0"/>
                </a:lnTo>
                <a:lnTo>
                  <a:pt x="3810819" y="30622"/>
                </a:lnTo>
                <a:cubicBezTo>
                  <a:pt x="4734838" y="870453"/>
                  <a:pt x="5314950" y="2081980"/>
                  <a:pt x="5314950" y="3429000"/>
                </a:cubicBezTo>
                <a:cubicBezTo>
                  <a:pt x="5314950" y="4776020"/>
                  <a:pt x="4734838" y="5987548"/>
                  <a:pt x="3810819" y="6827379"/>
                </a:cubicBezTo>
                <a:lnTo>
                  <a:pt x="3775468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  <a:prstDash val="solid"/>
          </a:ln>
          <a:effectLst>
            <a:outerShdw blurRad="203200" dist="101600" dir="8100000" algn="tr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课堂小结</a:t>
            </a:r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回顾本课所学字词及故事脉络。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55781" y="1650159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存在主要问题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7439" y="2317423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/>
          <p:cNvSpPr/>
          <p:nvPr>
            <p:custDataLst>
              <p:tags r:id="rId3"/>
            </p:custDataLst>
          </p:nvPr>
        </p:nvSpPr>
        <p:spPr>
          <a:xfrm>
            <a:off x="4048839" y="1060035"/>
            <a:ext cx="7555009" cy="4737930"/>
          </a:xfrm>
          <a:prstGeom prst="roundRect">
            <a:avLst>
              <a:gd name="adj" fmla="val 372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作业布置</a:t>
            </a:r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4"/>
            </p:custDataLst>
          </p:nvPr>
        </p:nvSpPr>
        <p:spPr>
          <a:xfrm>
            <a:off x="4490778" y="1540472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1. 抄写本课生字词。
2. 把故事讲给爸爸妈妈听。</a:t>
            </a:r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5"/>
            </p:custDataLst>
          </p:nvPr>
        </p:nvSpPr>
        <p:spPr>
          <a:xfrm>
            <a:off x="4490778" y="2956571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6"/>
            </p:custDataLst>
          </p:nvPr>
        </p:nvSpPr>
        <p:spPr>
          <a:xfrm>
            <a:off x="4490778" y="4356558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文本框 6"/>
          <p:cNvSpPr txBox="1"/>
          <p:nvPr>
            <p:custDataLst>
              <p:tags r:id="rId7"/>
            </p:custDataLst>
          </p:nvPr>
        </p:nvSpPr>
        <p:spPr>
          <a:xfrm>
            <a:off x="5628922" y="1682221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标题名称1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5628921" y="2164820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文本框 6"/>
          <p:cNvSpPr txBox="1"/>
          <p:nvPr>
            <p:custDataLst>
              <p:tags r:id="rId9"/>
            </p:custDataLst>
          </p:nvPr>
        </p:nvSpPr>
        <p:spPr>
          <a:xfrm>
            <a:off x="5628922" y="3066258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标题名称2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5628921" y="3548857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11"/>
            </p:custDataLst>
          </p:nvPr>
        </p:nvSpPr>
        <p:spPr>
          <a:xfrm>
            <a:off x="5628922" y="4458932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标题名称3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5628921" y="4941531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11401051" y="2716318"/>
            <a:ext cx="407147" cy="40714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37" name="图形 14"/>
          <p:cNvSpPr/>
          <p:nvPr>
            <p:custDataLst>
              <p:tags r:id="rId14"/>
            </p:custDataLst>
          </p:nvPr>
        </p:nvSpPr>
        <p:spPr>
          <a:xfrm flipV="1">
            <a:off x="4743255" y="1792902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8" name="图形 115"/>
          <p:cNvSpPr/>
          <p:nvPr>
            <p:custDataLst>
              <p:tags r:id="rId15"/>
            </p:custDataLst>
          </p:nvPr>
        </p:nvSpPr>
        <p:spPr>
          <a:xfrm flipV="1">
            <a:off x="4743208" y="3214924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07"/>
          <p:cNvSpPr/>
          <p:nvPr>
            <p:custDataLst>
              <p:tags r:id="rId16"/>
            </p:custDataLst>
          </p:nvPr>
        </p:nvSpPr>
        <p:spPr>
          <a:xfrm flipV="1">
            <a:off x="4743208" y="4609986"/>
            <a:ext cx="319313" cy="317316"/>
          </a:xfrm>
          <a:custGeom>
            <a:avLst/>
            <a:gdLst>
              <a:gd name="connsiteX0" fmla="*/ 220565 w 319313"/>
              <a:gd name="connsiteY0" fmla="*/ 117525 h 317316"/>
              <a:gd name="connsiteX1" fmla="*/ 220565 w 319313"/>
              <a:gd name="connsiteY1" fmla="*/ 117525 h 317316"/>
              <a:gd name="connsiteX2" fmla="*/ 212557 w 319313"/>
              <a:gd name="connsiteY2" fmla="*/ 120842 h 317316"/>
              <a:gd name="connsiteX3" fmla="*/ 204538 w 319313"/>
              <a:gd name="connsiteY3" fmla="*/ 117525 h 317316"/>
              <a:gd name="connsiteX4" fmla="*/ 204457 w 319313"/>
              <a:gd name="connsiteY4" fmla="*/ 117525 h 317316"/>
              <a:gd name="connsiteX5" fmla="*/ 201228 w 319313"/>
              <a:gd name="connsiteY5" fmla="*/ 109773 h 317316"/>
              <a:gd name="connsiteX6" fmla="*/ 201228 w 319313"/>
              <a:gd name="connsiteY6" fmla="*/ 109425 h 317316"/>
              <a:gd name="connsiteX7" fmla="*/ 201228 w 319313"/>
              <a:gd name="connsiteY7" fmla="*/ 109166 h 317316"/>
              <a:gd name="connsiteX8" fmla="*/ 204191 w 319313"/>
              <a:gd name="connsiteY8" fmla="*/ 101764 h 317316"/>
              <a:gd name="connsiteX9" fmla="*/ 204538 w 319313"/>
              <a:gd name="connsiteY9" fmla="*/ 101417 h 317316"/>
              <a:gd name="connsiteX10" fmla="*/ 212557 w 319313"/>
              <a:gd name="connsiteY10" fmla="*/ 98196 h 317316"/>
              <a:gd name="connsiteX11" fmla="*/ 220477 w 319313"/>
              <a:gd name="connsiteY11" fmla="*/ 101417 h 317316"/>
              <a:gd name="connsiteX12" fmla="*/ 220565 w 319313"/>
              <a:gd name="connsiteY12" fmla="*/ 101417 h 317316"/>
              <a:gd name="connsiteX13" fmla="*/ 223874 w 319313"/>
              <a:gd name="connsiteY13" fmla="*/ 109425 h 317316"/>
              <a:gd name="connsiteX14" fmla="*/ 220565 w 319313"/>
              <a:gd name="connsiteY14" fmla="*/ 117525 h 317316"/>
              <a:gd name="connsiteX15" fmla="*/ 111949 w 319313"/>
              <a:gd name="connsiteY15" fmla="*/ 117525 h 317316"/>
              <a:gd name="connsiteX16" fmla="*/ 111949 w 319313"/>
              <a:gd name="connsiteY16" fmla="*/ 117525 h 317316"/>
              <a:gd name="connsiteX17" fmla="*/ 103850 w 319313"/>
              <a:gd name="connsiteY17" fmla="*/ 120842 h 317316"/>
              <a:gd name="connsiteX18" fmla="*/ 96010 w 319313"/>
              <a:gd name="connsiteY18" fmla="*/ 117525 h 317316"/>
              <a:gd name="connsiteX19" fmla="*/ 95840 w 319313"/>
              <a:gd name="connsiteY19" fmla="*/ 117525 h 317316"/>
              <a:gd name="connsiteX20" fmla="*/ 92531 w 319313"/>
              <a:gd name="connsiteY20" fmla="*/ 109425 h 317316"/>
              <a:gd name="connsiteX21" fmla="*/ 95573 w 319313"/>
              <a:gd name="connsiteY21" fmla="*/ 101764 h 317316"/>
              <a:gd name="connsiteX22" fmla="*/ 96010 w 319313"/>
              <a:gd name="connsiteY22" fmla="*/ 101417 h 317316"/>
              <a:gd name="connsiteX23" fmla="*/ 103850 w 319313"/>
              <a:gd name="connsiteY23" fmla="*/ 98196 h 317316"/>
              <a:gd name="connsiteX24" fmla="*/ 111949 w 319313"/>
              <a:gd name="connsiteY24" fmla="*/ 101417 h 317316"/>
              <a:gd name="connsiteX25" fmla="*/ 115347 w 319313"/>
              <a:gd name="connsiteY25" fmla="*/ 108989 h 317316"/>
              <a:gd name="connsiteX26" fmla="*/ 115177 w 319313"/>
              <a:gd name="connsiteY26" fmla="*/ 109425 h 317316"/>
              <a:gd name="connsiteX27" fmla="*/ 115347 w 319313"/>
              <a:gd name="connsiteY27" fmla="*/ 109773 h 317316"/>
              <a:gd name="connsiteX28" fmla="*/ 111949 w 319313"/>
              <a:gd name="connsiteY28" fmla="*/ 117525 h 317316"/>
              <a:gd name="connsiteX29" fmla="*/ 293382 w 319313"/>
              <a:gd name="connsiteY29" fmla="*/ 195656 h 317316"/>
              <a:gd name="connsiteX30" fmla="*/ 293382 w 319313"/>
              <a:gd name="connsiteY30" fmla="*/ 195656 h 317316"/>
              <a:gd name="connsiteX31" fmla="*/ 23194 w 319313"/>
              <a:gd name="connsiteY31" fmla="*/ 195656 h 317316"/>
              <a:gd name="connsiteX32" fmla="*/ 23194 w 319313"/>
              <a:gd name="connsiteY32" fmla="*/ 23285 h 317316"/>
              <a:gd name="connsiteX33" fmla="*/ 293382 w 319313"/>
              <a:gd name="connsiteY33" fmla="*/ 23285 h 317316"/>
              <a:gd name="connsiteX34" fmla="*/ 293382 w 319313"/>
              <a:gd name="connsiteY34" fmla="*/ 195656 h 317316"/>
              <a:gd name="connsiteX35" fmla="*/ 178841 w 319313"/>
              <a:gd name="connsiteY35" fmla="*/ 220220 h 317316"/>
              <a:gd name="connsiteX36" fmla="*/ 178841 w 319313"/>
              <a:gd name="connsiteY36" fmla="*/ 220220 h 317316"/>
              <a:gd name="connsiteX37" fmla="*/ 271958 w 319313"/>
              <a:gd name="connsiteY37" fmla="*/ 220220 h 317316"/>
              <a:gd name="connsiteX38" fmla="*/ 271958 w 319313"/>
              <a:gd name="connsiteY38" fmla="*/ 301134 h 317316"/>
              <a:gd name="connsiteX39" fmla="*/ 152280 w 319313"/>
              <a:gd name="connsiteY39" fmla="*/ 301134 h 317316"/>
              <a:gd name="connsiteX40" fmla="*/ 152280 w 319313"/>
              <a:gd name="connsiteY40" fmla="*/ 268998 h 317316"/>
              <a:gd name="connsiteX41" fmla="*/ 171269 w 319313"/>
              <a:gd name="connsiteY41" fmla="*/ 268998 h 317316"/>
              <a:gd name="connsiteX42" fmla="*/ 171439 w 319313"/>
              <a:gd name="connsiteY42" fmla="*/ 268998 h 317316"/>
              <a:gd name="connsiteX43" fmla="*/ 178841 w 319313"/>
              <a:gd name="connsiteY43" fmla="*/ 261594 h 317316"/>
              <a:gd name="connsiteX44" fmla="*/ 178841 w 319313"/>
              <a:gd name="connsiteY44" fmla="*/ 261416 h 317316"/>
              <a:gd name="connsiteX45" fmla="*/ 178841 w 319313"/>
              <a:gd name="connsiteY45" fmla="*/ 220220 h 317316"/>
              <a:gd name="connsiteX46" fmla="*/ 44627 w 319313"/>
              <a:gd name="connsiteY46" fmla="*/ 220220 h 317316"/>
              <a:gd name="connsiteX47" fmla="*/ 44627 w 319313"/>
              <a:gd name="connsiteY47" fmla="*/ 220220 h 317316"/>
              <a:gd name="connsiteX48" fmla="*/ 164035 w 319313"/>
              <a:gd name="connsiteY48" fmla="*/ 220220 h 317316"/>
              <a:gd name="connsiteX49" fmla="*/ 164035 w 319313"/>
              <a:gd name="connsiteY49" fmla="*/ 254014 h 317316"/>
              <a:gd name="connsiteX50" fmla="*/ 144967 w 319313"/>
              <a:gd name="connsiteY50" fmla="*/ 254014 h 317316"/>
              <a:gd name="connsiteX51" fmla="*/ 144789 w 319313"/>
              <a:gd name="connsiteY51" fmla="*/ 254014 h 317316"/>
              <a:gd name="connsiteX52" fmla="*/ 44627 w 319313"/>
              <a:gd name="connsiteY52" fmla="*/ 254014 h 317316"/>
              <a:gd name="connsiteX53" fmla="*/ 44627 w 319313"/>
              <a:gd name="connsiteY53" fmla="*/ 220220 h 317316"/>
              <a:gd name="connsiteX54" fmla="*/ 10832 w 319313"/>
              <a:gd name="connsiteY54" fmla="*/ 220220 h 317316"/>
              <a:gd name="connsiteX55" fmla="*/ 10832 w 319313"/>
              <a:gd name="connsiteY55" fmla="*/ 220220 h 317316"/>
              <a:gd name="connsiteX56" fmla="*/ 29812 w 319313"/>
              <a:gd name="connsiteY56" fmla="*/ 220220 h 317316"/>
              <a:gd name="connsiteX57" fmla="*/ 29812 w 319313"/>
              <a:gd name="connsiteY57" fmla="*/ 261594 h 317316"/>
              <a:gd name="connsiteX58" fmla="*/ 37223 w 319313"/>
              <a:gd name="connsiteY58" fmla="*/ 268998 h 317316"/>
              <a:gd name="connsiteX59" fmla="*/ 37482 w 319313"/>
              <a:gd name="connsiteY59" fmla="*/ 268998 h 317316"/>
              <a:gd name="connsiteX60" fmla="*/ 137564 w 319313"/>
              <a:gd name="connsiteY60" fmla="*/ 268998 h 317316"/>
              <a:gd name="connsiteX61" fmla="*/ 137564 w 319313"/>
              <a:gd name="connsiteY61" fmla="*/ 308367 h 317316"/>
              <a:gd name="connsiteX62" fmla="*/ 144967 w 319313"/>
              <a:gd name="connsiteY62" fmla="*/ 315948 h 317316"/>
              <a:gd name="connsiteX63" fmla="*/ 145136 w 319313"/>
              <a:gd name="connsiteY63" fmla="*/ 315948 h 317316"/>
              <a:gd name="connsiteX64" fmla="*/ 279183 w 319313"/>
              <a:gd name="connsiteY64" fmla="*/ 315948 h 317316"/>
              <a:gd name="connsiteX65" fmla="*/ 286593 w 319313"/>
              <a:gd name="connsiteY65" fmla="*/ 308367 h 317316"/>
              <a:gd name="connsiteX66" fmla="*/ 286593 w 319313"/>
              <a:gd name="connsiteY66" fmla="*/ 308189 h 317316"/>
              <a:gd name="connsiteX67" fmla="*/ 286593 w 319313"/>
              <a:gd name="connsiteY67" fmla="*/ 220220 h 317316"/>
              <a:gd name="connsiteX68" fmla="*/ 305574 w 319313"/>
              <a:gd name="connsiteY68" fmla="*/ 220220 h 317316"/>
              <a:gd name="connsiteX69" fmla="*/ 317945 w 319313"/>
              <a:gd name="connsiteY69" fmla="*/ 207849 h 317316"/>
              <a:gd name="connsiteX70" fmla="*/ 317945 w 319313"/>
              <a:gd name="connsiteY70" fmla="*/ 207500 h 317316"/>
              <a:gd name="connsiteX71" fmla="*/ 317945 w 319313"/>
              <a:gd name="connsiteY71" fmla="*/ 11003 h 317316"/>
              <a:gd name="connsiteX72" fmla="*/ 305574 w 319313"/>
              <a:gd name="connsiteY72" fmla="*/ -1368 h 317316"/>
              <a:gd name="connsiteX73" fmla="*/ 305225 w 319313"/>
              <a:gd name="connsiteY73" fmla="*/ -1368 h 317316"/>
              <a:gd name="connsiteX74" fmla="*/ 10832 w 319313"/>
              <a:gd name="connsiteY74" fmla="*/ -1368 h 317316"/>
              <a:gd name="connsiteX75" fmla="*/ -1369 w 319313"/>
              <a:gd name="connsiteY75" fmla="*/ 11003 h 317316"/>
              <a:gd name="connsiteX76" fmla="*/ -1369 w 319313"/>
              <a:gd name="connsiteY76" fmla="*/ 11181 h 317316"/>
              <a:gd name="connsiteX77" fmla="*/ -1369 w 319313"/>
              <a:gd name="connsiteY77" fmla="*/ 207849 h 317316"/>
              <a:gd name="connsiteX78" fmla="*/ 10832 w 319313"/>
              <a:gd name="connsiteY78" fmla="*/ 220220 h 317316"/>
              <a:gd name="connsiteX79" fmla="*/ 103850 w 319313"/>
              <a:gd name="connsiteY79" fmla="*/ 135559 h 317316"/>
              <a:gd name="connsiteX80" fmla="*/ 122321 w 319313"/>
              <a:gd name="connsiteY80" fmla="*/ 127978 h 317316"/>
              <a:gd name="connsiteX81" fmla="*/ 128939 w 319313"/>
              <a:gd name="connsiteY81" fmla="*/ 116828 h 317316"/>
              <a:gd name="connsiteX82" fmla="*/ 187467 w 319313"/>
              <a:gd name="connsiteY82" fmla="*/ 116828 h 317316"/>
              <a:gd name="connsiteX83" fmla="*/ 212557 w 319313"/>
              <a:gd name="connsiteY83" fmla="*/ 135559 h 317316"/>
              <a:gd name="connsiteX84" fmla="*/ 230930 w 319313"/>
              <a:gd name="connsiteY84" fmla="*/ 127978 h 317316"/>
              <a:gd name="connsiteX85" fmla="*/ 238680 w 319313"/>
              <a:gd name="connsiteY85" fmla="*/ 109425 h 317316"/>
              <a:gd name="connsiteX86" fmla="*/ 212557 w 319313"/>
              <a:gd name="connsiteY86" fmla="*/ 83382 h 317316"/>
              <a:gd name="connsiteX87" fmla="*/ 194085 w 319313"/>
              <a:gd name="connsiteY87" fmla="*/ 90963 h 317316"/>
              <a:gd name="connsiteX88" fmla="*/ 193656 w 319313"/>
              <a:gd name="connsiteY88" fmla="*/ 91570 h 317316"/>
              <a:gd name="connsiteX89" fmla="*/ 187467 w 319313"/>
              <a:gd name="connsiteY89" fmla="*/ 102112 h 317316"/>
              <a:gd name="connsiteX90" fmla="*/ 128939 w 319313"/>
              <a:gd name="connsiteY90" fmla="*/ 102112 h 317316"/>
              <a:gd name="connsiteX91" fmla="*/ 103850 w 319313"/>
              <a:gd name="connsiteY91" fmla="*/ 83382 h 317316"/>
              <a:gd name="connsiteX92" fmla="*/ 85556 w 319313"/>
              <a:gd name="connsiteY92" fmla="*/ 90963 h 317316"/>
              <a:gd name="connsiteX93" fmla="*/ 85039 w 319313"/>
              <a:gd name="connsiteY93" fmla="*/ 91570 h 317316"/>
              <a:gd name="connsiteX94" fmla="*/ 77895 w 319313"/>
              <a:gd name="connsiteY94" fmla="*/ 109425 h 317316"/>
              <a:gd name="connsiteX95" fmla="*/ 103850 w 319313"/>
              <a:gd name="connsiteY95" fmla="*/ 135559 h 317316"/>
              <a:gd name="connsiteX96" fmla="*/ 103850 w 319313"/>
              <a:gd name="connsiteY96" fmla="*/ 135559 h 31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319313" h="317316">
                <a:moveTo>
                  <a:pt x="220565" y="117525"/>
                </a:moveTo>
                <a:lnTo>
                  <a:pt x="220565" y="117525"/>
                </a:lnTo>
                <a:cubicBezTo>
                  <a:pt x="218478" y="119531"/>
                  <a:pt x="215687" y="120842"/>
                  <a:pt x="212557" y="120842"/>
                </a:cubicBezTo>
                <a:cubicBezTo>
                  <a:pt x="209417" y="120842"/>
                  <a:pt x="206545" y="119531"/>
                  <a:pt x="204538" y="117525"/>
                </a:cubicBezTo>
                <a:lnTo>
                  <a:pt x="204457" y="117525"/>
                </a:lnTo>
                <a:cubicBezTo>
                  <a:pt x="202621" y="115527"/>
                  <a:pt x="201228" y="112823"/>
                  <a:pt x="201228" y="109773"/>
                </a:cubicBezTo>
                <a:lnTo>
                  <a:pt x="201228" y="109425"/>
                </a:lnTo>
                <a:lnTo>
                  <a:pt x="201228" y="109166"/>
                </a:lnTo>
                <a:cubicBezTo>
                  <a:pt x="201228" y="106205"/>
                  <a:pt x="202362" y="103682"/>
                  <a:pt x="204191" y="101764"/>
                </a:cubicBezTo>
                <a:lnTo>
                  <a:pt x="204538" y="101417"/>
                </a:lnTo>
                <a:cubicBezTo>
                  <a:pt x="206545" y="99320"/>
                  <a:pt x="209417" y="98196"/>
                  <a:pt x="212557" y="98196"/>
                </a:cubicBezTo>
                <a:cubicBezTo>
                  <a:pt x="215687" y="98196"/>
                  <a:pt x="218478" y="99320"/>
                  <a:pt x="220477" y="101417"/>
                </a:cubicBezTo>
                <a:lnTo>
                  <a:pt x="220565" y="101417"/>
                </a:lnTo>
                <a:cubicBezTo>
                  <a:pt x="222571" y="103334"/>
                  <a:pt x="223874" y="106295"/>
                  <a:pt x="223874" y="109425"/>
                </a:cubicBezTo>
                <a:cubicBezTo>
                  <a:pt x="223874" y="112654"/>
                  <a:pt x="222571" y="115437"/>
                  <a:pt x="220565" y="117525"/>
                </a:cubicBezTo>
                <a:close/>
                <a:moveTo>
                  <a:pt x="111949" y="117525"/>
                </a:moveTo>
                <a:lnTo>
                  <a:pt x="111949" y="117525"/>
                </a:lnTo>
                <a:cubicBezTo>
                  <a:pt x="109861" y="119531"/>
                  <a:pt x="106989" y="120842"/>
                  <a:pt x="103850" y="120842"/>
                </a:cubicBezTo>
                <a:cubicBezTo>
                  <a:pt x="100719" y="120842"/>
                  <a:pt x="97928" y="119531"/>
                  <a:pt x="96010" y="117525"/>
                </a:cubicBezTo>
                <a:lnTo>
                  <a:pt x="95840" y="117525"/>
                </a:lnTo>
                <a:cubicBezTo>
                  <a:pt x="93922" y="115437"/>
                  <a:pt x="92531" y="112654"/>
                  <a:pt x="92531" y="109425"/>
                </a:cubicBezTo>
                <a:cubicBezTo>
                  <a:pt x="92531" y="106554"/>
                  <a:pt x="93744" y="103851"/>
                  <a:pt x="95573" y="101764"/>
                </a:cubicBezTo>
                <a:lnTo>
                  <a:pt x="96010" y="101417"/>
                </a:lnTo>
                <a:cubicBezTo>
                  <a:pt x="97928" y="99320"/>
                  <a:pt x="100888" y="98196"/>
                  <a:pt x="103850" y="98196"/>
                </a:cubicBezTo>
                <a:cubicBezTo>
                  <a:pt x="107159" y="98196"/>
                  <a:pt x="109861" y="99320"/>
                  <a:pt x="111949" y="101417"/>
                </a:cubicBezTo>
                <a:cubicBezTo>
                  <a:pt x="113785" y="103334"/>
                  <a:pt x="115177" y="106116"/>
                  <a:pt x="115347" y="108989"/>
                </a:cubicBezTo>
                <a:lnTo>
                  <a:pt x="115177" y="109425"/>
                </a:lnTo>
                <a:lnTo>
                  <a:pt x="115347" y="109773"/>
                </a:lnTo>
                <a:cubicBezTo>
                  <a:pt x="115177" y="112913"/>
                  <a:pt x="113785" y="115527"/>
                  <a:pt x="111949" y="117525"/>
                </a:cubicBezTo>
                <a:close/>
                <a:moveTo>
                  <a:pt x="293382" y="195656"/>
                </a:moveTo>
                <a:lnTo>
                  <a:pt x="293382" y="195656"/>
                </a:lnTo>
                <a:lnTo>
                  <a:pt x="23194" y="195656"/>
                </a:lnTo>
                <a:lnTo>
                  <a:pt x="23194" y="23285"/>
                </a:lnTo>
                <a:lnTo>
                  <a:pt x="293382" y="23285"/>
                </a:lnTo>
                <a:lnTo>
                  <a:pt x="293382" y="195656"/>
                </a:lnTo>
                <a:close/>
                <a:moveTo>
                  <a:pt x="178841" y="220220"/>
                </a:moveTo>
                <a:lnTo>
                  <a:pt x="178841" y="220220"/>
                </a:lnTo>
                <a:lnTo>
                  <a:pt x="271958" y="220220"/>
                </a:lnTo>
                <a:lnTo>
                  <a:pt x="271958" y="301134"/>
                </a:lnTo>
                <a:lnTo>
                  <a:pt x="152280" y="301134"/>
                </a:lnTo>
                <a:lnTo>
                  <a:pt x="152280" y="268998"/>
                </a:lnTo>
                <a:lnTo>
                  <a:pt x="171269" y="268998"/>
                </a:lnTo>
                <a:lnTo>
                  <a:pt x="171439" y="268998"/>
                </a:lnTo>
                <a:cubicBezTo>
                  <a:pt x="175622" y="268998"/>
                  <a:pt x="178841" y="265600"/>
                  <a:pt x="178841" y="261594"/>
                </a:cubicBezTo>
                <a:lnTo>
                  <a:pt x="178841" y="261416"/>
                </a:lnTo>
                <a:lnTo>
                  <a:pt x="178841" y="220220"/>
                </a:lnTo>
                <a:close/>
                <a:moveTo>
                  <a:pt x="44627" y="220220"/>
                </a:moveTo>
                <a:lnTo>
                  <a:pt x="44627" y="220220"/>
                </a:lnTo>
                <a:lnTo>
                  <a:pt x="164035" y="220220"/>
                </a:lnTo>
                <a:lnTo>
                  <a:pt x="164035" y="254014"/>
                </a:lnTo>
                <a:lnTo>
                  <a:pt x="144967" y="254014"/>
                </a:lnTo>
                <a:lnTo>
                  <a:pt x="144789" y="254014"/>
                </a:lnTo>
                <a:lnTo>
                  <a:pt x="44627" y="254014"/>
                </a:lnTo>
                <a:lnTo>
                  <a:pt x="44627" y="220220"/>
                </a:lnTo>
                <a:close/>
                <a:moveTo>
                  <a:pt x="10832" y="220220"/>
                </a:moveTo>
                <a:lnTo>
                  <a:pt x="10832" y="220220"/>
                </a:lnTo>
                <a:lnTo>
                  <a:pt x="29812" y="220220"/>
                </a:lnTo>
                <a:lnTo>
                  <a:pt x="29812" y="261594"/>
                </a:lnTo>
                <a:cubicBezTo>
                  <a:pt x="29812" y="265600"/>
                  <a:pt x="33129" y="268998"/>
                  <a:pt x="37223" y="268998"/>
                </a:cubicBezTo>
                <a:lnTo>
                  <a:pt x="37482" y="268998"/>
                </a:lnTo>
                <a:lnTo>
                  <a:pt x="137564" y="268998"/>
                </a:lnTo>
                <a:lnTo>
                  <a:pt x="137564" y="308367"/>
                </a:lnTo>
                <a:cubicBezTo>
                  <a:pt x="137564" y="312550"/>
                  <a:pt x="140953" y="315948"/>
                  <a:pt x="144967" y="315948"/>
                </a:cubicBezTo>
                <a:lnTo>
                  <a:pt x="145136" y="315948"/>
                </a:lnTo>
                <a:lnTo>
                  <a:pt x="279183" y="315948"/>
                </a:lnTo>
                <a:cubicBezTo>
                  <a:pt x="283276" y="315948"/>
                  <a:pt x="286593" y="312550"/>
                  <a:pt x="286593" y="308367"/>
                </a:cubicBezTo>
                <a:lnTo>
                  <a:pt x="286593" y="308189"/>
                </a:lnTo>
                <a:lnTo>
                  <a:pt x="286593" y="220220"/>
                </a:lnTo>
                <a:lnTo>
                  <a:pt x="305574" y="220220"/>
                </a:lnTo>
                <a:cubicBezTo>
                  <a:pt x="312371" y="220220"/>
                  <a:pt x="317945" y="214823"/>
                  <a:pt x="317945" y="207849"/>
                </a:cubicBezTo>
                <a:lnTo>
                  <a:pt x="317945" y="207500"/>
                </a:lnTo>
                <a:lnTo>
                  <a:pt x="317945" y="11003"/>
                </a:lnTo>
                <a:cubicBezTo>
                  <a:pt x="317945" y="4296"/>
                  <a:pt x="312371" y="-1368"/>
                  <a:pt x="305574" y="-1368"/>
                </a:cubicBezTo>
                <a:lnTo>
                  <a:pt x="305225" y="-1368"/>
                </a:lnTo>
                <a:lnTo>
                  <a:pt x="10832" y="-1368"/>
                </a:lnTo>
                <a:cubicBezTo>
                  <a:pt x="4205" y="-1368"/>
                  <a:pt x="-1369" y="4296"/>
                  <a:pt x="-1369" y="11003"/>
                </a:cubicBezTo>
                <a:lnTo>
                  <a:pt x="-1369" y="11181"/>
                </a:lnTo>
                <a:lnTo>
                  <a:pt x="-1369" y="207849"/>
                </a:lnTo>
                <a:cubicBezTo>
                  <a:pt x="-1369" y="214823"/>
                  <a:pt x="4205" y="220220"/>
                  <a:pt x="10832" y="220220"/>
                </a:cubicBezTo>
                <a:close/>
                <a:moveTo>
                  <a:pt x="103850" y="135559"/>
                </a:moveTo>
                <a:cubicBezTo>
                  <a:pt x="111173" y="135559"/>
                  <a:pt x="117612" y="132598"/>
                  <a:pt x="122321" y="127978"/>
                </a:cubicBezTo>
                <a:cubicBezTo>
                  <a:pt x="125452" y="124935"/>
                  <a:pt x="127718" y="121011"/>
                  <a:pt x="128939" y="116828"/>
                </a:cubicBezTo>
                <a:lnTo>
                  <a:pt x="187467" y="116828"/>
                </a:lnTo>
                <a:cubicBezTo>
                  <a:pt x="190776" y="127808"/>
                  <a:pt x="201059" y="135559"/>
                  <a:pt x="212557" y="135559"/>
                </a:cubicBezTo>
                <a:cubicBezTo>
                  <a:pt x="219701" y="135559"/>
                  <a:pt x="226319" y="132598"/>
                  <a:pt x="230930" y="127978"/>
                </a:cubicBezTo>
                <a:cubicBezTo>
                  <a:pt x="235639" y="123188"/>
                  <a:pt x="238680" y="116658"/>
                  <a:pt x="238680" y="109425"/>
                </a:cubicBezTo>
                <a:cubicBezTo>
                  <a:pt x="238680" y="95147"/>
                  <a:pt x="226836" y="83382"/>
                  <a:pt x="212557" y="83382"/>
                </a:cubicBezTo>
                <a:cubicBezTo>
                  <a:pt x="205411" y="83382"/>
                  <a:pt x="198794" y="86262"/>
                  <a:pt x="194085" y="90963"/>
                </a:cubicBezTo>
                <a:lnTo>
                  <a:pt x="193656" y="91570"/>
                </a:lnTo>
                <a:cubicBezTo>
                  <a:pt x="190954" y="94530"/>
                  <a:pt x="188688" y="98108"/>
                  <a:pt x="187467" y="102112"/>
                </a:cubicBezTo>
                <a:lnTo>
                  <a:pt x="128939" y="102112"/>
                </a:lnTo>
                <a:cubicBezTo>
                  <a:pt x="125630" y="91311"/>
                  <a:pt x="115525" y="83382"/>
                  <a:pt x="103850" y="83382"/>
                </a:cubicBezTo>
                <a:cubicBezTo>
                  <a:pt x="96705" y="83382"/>
                  <a:pt x="90088" y="86262"/>
                  <a:pt x="85556" y="90963"/>
                </a:cubicBezTo>
                <a:lnTo>
                  <a:pt x="85039" y="91570"/>
                </a:lnTo>
                <a:cubicBezTo>
                  <a:pt x="80597" y="96190"/>
                  <a:pt x="77895" y="102548"/>
                  <a:pt x="77895" y="109425"/>
                </a:cubicBezTo>
                <a:cubicBezTo>
                  <a:pt x="77895" y="123804"/>
                  <a:pt x="89570" y="135559"/>
                  <a:pt x="103850" y="135559"/>
                </a:cubicBezTo>
                <a:lnTo>
                  <a:pt x="103850" y="135559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未标题-1_画板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l="12131" t="2833" r="24241"/>
          <a:stretch>
            <a:fillRect/>
          </a:stretch>
        </p:blipFill>
        <p:spPr>
          <a:xfrm>
            <a:off x="0" y="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5" name="任意多边形: 形状 4"/>
          <p:cNvSpPr/>
          <p:nvPr/>
        </p:nvSpPr>
        <p:spPr>
          <a:xfrm>
            <a:off x="0" y="0"/>
            <a:ext cx="5314950" cy="6858000"/>
          </a:xfrm>
          <a:custGeom>
            <a:avLst/>
            <a:gdLst>
              <a:gd name="connsiteX0" fmla="*/ 0 w 5314950"/>
              <a:gd name="connsiteY0" fmla="*/ 0 h 6858000"/>
              <a:gd name="connsiteX1" fmla="*/ 3775468 w 5314950"/>
              <a:gd name="connsiteY1" fmla="*/ 0 h 6858000"/>
              <a:gd name="connsiteX2" fmla="*/ 3810819 w 5314950"/>
              <a:gd name="connsiteY2" fmla="*/ 30622 h 6858000"/>
              <a:gd name="connsiteX3" fmla="*/ 5314950 w 5314950"/>
              <a:gd name="connsiteY3" fmla="*/ 3429000 h 6858000"/>
              <a:gd name="connsiteX4" fmla="*/ 3810819 w 5314950"/>
              <a:gd name="connsiteY4" fmla="*/ 6827379 h 6858000"/>
              <a:gd name="connsiteX5" fmla="*/ 3775468 w 5314950"/>
              <a:gd name="connsiteY5" fmla="*/ 6858000 h 6858000"/>
              <a:gd name="connsiteX6" fmla="*/ 0 w 53149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4950" h="6858000">
                <a:moveTo>
                  <a:pt x="0" y="0"/>
                </a:moveTo>
                <a:lnTo>
                  <a:pt x="3775468" y="0"/>
                </a:lnTo>
                <a:lnTo>
                  <a:pt x="3810819" y="30622"/>
                </a:lnTo>
                <a:cubicBezTo>
                  <a:pt x="4734838" y="870453"/>
                  <a:pt x="5314950" y="2081980"/>
                  <a:pt x="5314950" y="3429000"/>
                </a:cubicBezTo>
                <a:cubicBezTo>
                  <a:pt x="5314950" y="4776020"/>
                  <a:pt x="4734838" y="5987548"/>
                  <a:pt x="3810819" y="6827379"/>
                </a:cubicBezTo>
                <a:lnTo>
                  <a:pt x="3775468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  <a:prstDash val="solid"/>
          </a:ln>
          <a:effectLst>
            <a:outerShdw blurRad="203200" dist="101600" dir="8100000" algn="tr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讨论交流</a:t>
            </a:r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为什么跑得快的兔子输了？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55781" y="1650159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存在主要问题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7439" y="2317423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/>
          <p:cNvSpPr/>
          <p:nvPr>
            <p:custDataLst>
              <p:tags r:id="rId3"/>
            </p:custDataLst>
          </p:nvPr>
        </p:nvSpPr>
        <p:spPr>
          <a:xfrm>
            <a:off x="4048839" y="1060035"/>
            <a:ext cx="7555009" cy="4737930"/>
          </a:xfrm>
          <a:prstGeom prst="roundRect">
            <a:avLst>
              <a:gd name="adj" fmla="val 372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寓意总结</a:t>
            </a:r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4"/>
            </p:custDataLst>
          </p:nvPr>
        </p:nvSpPr>
        <p:spPr>
          <a:xfrm>
            <a:off x="4490778" y="1540472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虚心使人进步，骄傲使人落后。</a:t>
            </a:r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5"/>
            </p:custDataLst>
          </p:nvPr>
        </p:nvSpPr>
        <p:spPr>
          <a:xfrm>
            <a:off x="4490778" y="2956571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6"/>
            </p:custDataLst>
          </p:nvPr>
        </p:nvSpPr>
        <p:spPr>
          <a:xfrm>
            <a:off x="4490778" y="4356558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9" name="文本框 6"/>
          <p:cNvSpPr txBox="1"/>
          <p:nvPr>
            <p:custDataLst>
              <p:tags r:id="rId7"/>
            </p:custDataLst>
          </p:nvPr>
        </p:nvSpPr>
        <p:spPr>
          <a:xfrm>
            <a:off x="5628922" y="1682221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标题名称1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5628921" y="2164820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文本框 6"/>
          <p:cNvSpPr txBox="1"/>
          <p:nvPr>
            <p:custDataLst>
              <p:tags r:id="rId9"/>
            </p:custDataLst>
          </p:nvPr>
        </p:nvSpPr>
        <p:spPr>
          <a:xfrm>
            <a:off x="5628922" y="3066258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标题名称2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5628921" y="3548857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11"/>
            </p:custDataLst>
          </p:nvPr>
        </p:nvSpPr>
        <p:spPr>
          <a:xfrm>
            <a:off x="5628922" y="4458932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标题名称3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5628921" y="4941531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11401051" y="2716318"/>
            <a:ext cx="407147" cy="40714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37" name="图形 14"/>
          <p:cNvSpPr/>
          <p:nvPr>
            <p:custDataLst>
              <p:tags r:id="rId14"/>
            </p:custDataLst>
          </p:nvPr>
        </p:nvSpPr>
        <p:spPr>
          <a:xfrm flipV="1">
            <a:off x="4743255" y="1792902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8" name="图形 115"/>
          <p:cNvSpPr/>
          <p:nvPr>
            <p:custDataLst>
              <p:tags r:id="rId15"/>
            </p:custDataLst>
          </p:nvPr>
        </p:nvSpPr>
        <p:spPr>
          <a:xfrm flipV="1">
            <a:off x="4743208" y="3214924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07"/>
          <p:cNvSpPr/>
          <p:nvPr>
            <p:custDataLst>
              <p:tags r:id="rId16"/>
            </p:custDataLst>
          </p:nvPr>
        </p:nvSpPr>
        <p:spPr>
          <a:xfrm flipV="1">
            <a:off x="4743208" y="4609986"/>
            <a:ext cx="319313" cy="317316"/>
          </a:xfrm>
          <a:custGeom>
            <a:avLst/>
            <a:gdLst>
              <a:gd name="connsiteX0" fmla="*/ 220565 w 319313"/>
              <a:gd name="connsiteY0" fmla="*/ 117525 h 317316"/>
              <a:gd name="connsiteX1" fmla="*/ 220565 w 319313"/>
              <a:gd name="connsiteY1" fmla="*/ 117525 h 317316"/>
              <a:gd name="connsiteX2" fmla="*/ 212557 w 319313"/>
              <a:gd name="connsiteY2" fmla="*/ 120842 h 317316"/>
              <a:gd name="connsiteX3" fmla="*/ 204538 w 319313"/>
              <a:gd name="connsiteY3" fmla="*/ 117525 h 317316"/>
              <a:gd name="connsiteX4" fmla="*/ 204457 w 319313"/>
              <a:gd name="connsiteY4" fmla="*/ 117525 h 317316"/>
              <a:gd name="connsiteX5" fmla="*/ 201228 w 319313"/>
              <a:gd name="connsiteY5" fmla="*/ 109773 h 317316"/>
              <a:gd name="connsiteX6" fmla="*/ 201228 w 319313"/>
              <a:gd name="connsiteY6" fmla="*/ 109425 h 317316"/>
              <a:gd name="connsiteX7" fmla="*/ 201228 w 319313"/>
              <a:gd name="connsiteY7" fmla="*/ 109166 h 317316"/>
              <a:gd name="connsiteX8" fmla="*/ 204191 w 319313"/>
              <a:gd name="connsiteY8" fmla="*/ 101764 h 317316"/>
              <a:gd name="connsiteX9" fmla="*/ 204538 w 319313"/>
              <a:gd name="connsiteY9" fmla="*/ 101417 h 317316"/>
              <a:gd name="connsiteX10" fmla="*/ 212557 w 319313"/>
              <a:gd name="connsiteY10" fmla="*/ 98196 h 317316"/>
              <a:gd name="connsiteX11" fmla="*/ 220477 w 319313"/>
              <a:gd name="connsiteY11" fmla="*/ 101417 h 317316"/>
              <a:gd name="connsiteX12" fmla="*/ 220565 w 319313"/>
              <a:gd name="connsiteY12" fmla="*/ 101417 h 317316"/>
              <a:gd name="connsiteX13" fmla="*/ 223874 w 319313"/>
              <a:gd name="connsiteY13" fmla="*/ 109425 h 317316"/>
              <a:gd name="connsiteX14" fmla="*/ 220565 w 319313"/>
              <a:gd name="connsiteY14" fmla="*/ 117525 h 317316"/>
              <a:gd name="connsiteX15" fmla="*/ 111949 w 319313"/>
              <a:gd name="connsiteY15" fmla="*/ 117525 h 317316"/>
              <a:gd name="connsiteX16" fmla="*/ 111949 w 319313"/>
              <a:gd name="connsiteY16" fmla="*/ 117525 h 317316"/>
              <a:gd name="connsiteX17" fmla="*/ 103850 w 319313"/>
              <a:gd name="connsiteY17" fmla="*/ 120842 h 317316"/>
              <a:gd name="connsiteX18" fmla="*/ 96010 w 319313"/>
              <a:gd name="connsiteY18" fmla="*/ 117525 h 317316"/>
              <a:gd name="connsiteX19" fmla="*/ 95840 w 319313"/>
              <a:gd name="connsiteY19" fmla="*/ 117525 h 317316"/>
              <a:gd name="connsiteX20" fmla="*/ 92531 w 319313"/>
              <a:gd name="connsiteY20" fmla="*/ 109425 h 317316"/>
              <a:gd name="connsiteX21" fmla="*/ 95573 w 319313"/>
              <a:gd name="connsiteY21" fmla="*/ 101764 h 317316"/>
              <a:gd name="connsiteX22" fmla="*/ 96010 w 319313"/>
              <a:gd name="connsiteY22" fmla="*/ 101417 h 317316"/>
              <a:gd name="connsiteX23" fmla="*/ 103850 w 319313"/>
              <a:gd name="connsiteY23" fmla="*/ 98196 h 317316"/>
              <a:gd name="connsiteX24" fmla="*/ 111949 w 319313"/>
              <a:gd name="connsiteY24" fmla="*/ 101417 h 317316"/>
              <a:gd name="connsiteX25" fmla="*/ 115347 w 319313"/>
              <a:gd name="connsiteY25" fmla="*/ 108989 h 317316"/>
              <a:gd name="connsiteX26" fmla="*/ 115177 w 319313"/>
              <a:gd name="connsiteY26" fmla="*/ 109425 h 317316"/>
              <a:gd name="connsiteX27" fmla="*/ 115347 w 319313"/>
              <a:gd name="connsiteY27" fmla="*/ 109773 h 317316"/>
              <a:gd name="connsiteX28" fmla="*/ 111949 w 319313"/>
              <a:gd name="connsiteY28" fmla="*/ 117525 h 317316"/>
              <a:gd name="connsiteX29" fmla="*/ 293382 w 319313"/>
              <a:gd name="connsiteY29" fmla="*/ 195656 h 317316"/>
              <a:gd name="connsiteX30" fmla="*/ 293382 w 319313"/>
              <a:gd name="connsiteY30" fmla="*/ 195656 h 317316"/>
              <a:gd name="connsiteX31" fmla="*/ 23194 w 319313"/>
              <a:gd name="connsiteY31" fmla="*/ 195656 h 317316"/>
              <a:gd name="connsiteX32" fmla="*/ 23194 w 319313"/>
              <a:gd name="connsiteY32" fmla="*/ 23285 h 317316"/>
              <a:gd name="connsiteX33" fmla="*/ 293382 w 319313"/>
              <a:gd name="connsiteY33" fmla="*/ 23285 h 317316"/>
              <a:gd name="connsiteX34" fmla="*/ 293382 w 319313"/>
              <a:gd name="connsiteY34" fmla="*/ 195656 h 317316"/>
              <a:gd name="connsiteX35" fmla="*/ 178841 w 319313"/>
              <a:gd name="connsiteY35" fmla="*/ 220220 h 317316"/>
              <a:gd name="connsiteX36" fmla="*/ 178841 w 319313"/>
              <a:gd name="connsiteY36" fmla="*/ 220220 h 317316"/>
              <a:gd name="connsiteX37" fmla="*/ 271958 w 319313"/>
              <a:gd name="connsiteY37" fmla="*/ 220220 h 317316"/>
              <a:gd name="connsiteX38" fmla="*/ 271958 w 319313"/>
              <a:gd name="connsiteY38" fmla="*/ 301134 h 317316"/>
              <a:gd name="connsiteX39" fmla="*/ 152280 w 319313"/>
              <a:gd name="connsiteY39" fmla="*/ 301134 h 317316"/>
              <a:gd name="connsiteX40" fmla="*/ 152280 w 319313"/>
              <a:gd name="connsiteY40" fmla="*/ 268998 h 317316"/>
              <a:gd name="connsiteX41" fmla="*/ 171269 w 319313"/>
              <a:gd name="connsiteY41" fmla="*/ 268998 h 317316"/>
              <a:gd name="connsiteX42" fmla="*/ 171439 w 319313"/>
              <a:gd name="connsiteY42" fmla="*/ 268998 h 317316"/>
              <a:gd name="connsiteX43" fmla="*/ 178841 w 319313"/>
              <a:gd name="connsiteY43" fmla="*/ 261594 h 317316"/>
              <a:gd name="connsiteX44" fmla="*/ 178841 w 319313"/>
              <a:gd name="connsiteY44" fmla="*/ 261416 h 317316"/>
              <a:gd name="connsiteX45" fmla="*/ 178841 w 319313"/>
              <a:gd name="connsiteY45" fmla="*/ 220220 h 317316"/>
              <a:gd name="connsiteX46" fmla="*/ 44627 w 319313"/>
              <a:gd name="connsiteY46" fmla="*/ 220220 h 317316"/>
              <a:gd name="connsiteX47" fmla="*/ 44627 w 319313"/>
              <a:gd name="connsiteY47" fmla="*/ 220220 h 317316"/>
              <a:gd name="connsiteX48" fmla="*/ 164035 w 319313"/>
              <a:gd name="connsiteY48" fmla="*/ 220220 h 317316"/>
              <a:gd name="connsiteX49" fmla="*/ 164035 w 319313"/>
              <a:gd name="connsiteY49" fmla="*/ 254014 h 317316"/>
              <a:gd name="connsiteX50" fmla="*/ 144967 w 319313"/>
              <a:gd name="connsiteY50" fmla="*/ 254014 h 317316"/>
              <a:gd name="connsiteX51" fmla="*/ 144789 w 319313"/>
              <a:gd name="connsiteY51" fmla="*/ 254014 h 317316"/>
              <a:gd name="connsiteX52" fmla="*/ 44627 w 319313"/>
              <a:gd name="connsiteY52" fmla="*/ 254014 h 317316"/>
              <a:gd name="connsiteX53" fmla="*/ 44627 w 319313"/>
              <a:gd name="connsiteY53" fmla="*/ 220220 h 317316"/>
              <a:gd name="connsiteX54" fmla="*/ 10832 w 319313"/>
              <a:gd name="connsiteY54" fmla="*/ 220220 h 317316"/>
              <a:gd name="connsiteX55" fmla="*/ 10832 w 319313"/>
              <a:gd name="connsiteY55" fmla="*/ 220220 h 317316"/>
              <a:gd name="connsiteX56" fmla="*/ 29812 w 319313"/>
              <a:gd name="connsiteY56" fmla="*/ 220220 h 317316"/>
              <a:gd name="connsiteX57" fmla="*/ 29812 w 319313"/>
              <a:gd name="connsiteY57" fmla="*/ 261594 h 317316"/>
              <a:gd name="connsiteX58" fmla="*/ 37223 w 319313"/>
              <a:gd name="connsiteY58" fmla="*/ 268998 h 317316"/>
              <a:gd name="connsiteX59" fmla="*/ 37482 w 319313"/>
              <a:gd name="connsiteY59" fmla="*/ 268998 h 317316"/>
              <a:gd name="connsiteX60" fmla="*/ 137564 w 319313"/>
              <a:gd name="connsiteY60" fmla="*/ 268998 h 317316"/>
              <a:gd name="connsiteX61" fmla="*/ 137564 w 319313"/>
              <a:gd name="connsiteY61" fmla="*/ 308367 h 317316"/>
              <a:gd name="connsiteX62" fmla="*/ 144967 w 319313"/>
              <a:gd name="connsiteY62" fmla="*/ 315948 h 317316"/>
              <a:gd name="connsiteX63" fmla="*/ 145136 w 319313"/>
              <a:gd name="connsiteY63" fmla="*/ 315948 h 317316"/>
              <a:gd name="connsiteX64" fmla="*/ 279183 w 319313"/>
              <a:gd name="connsiteY64" fmla="*/ 315948 h 317316"/>
              <a:gd name="connsiteX65" fmla="*/ 286593 w 319313"/>
              <a:gd name="connsiteY65" fmla="*/ 308367 h 317316"/>
              <a:gd name="connsiteX66" fmla="*/ 286593 w 319313"/>
              <a:gd name="connsiteY66" fmla="*/ 308189 h 317316"/>
              <a:gd name="connsiteX67" fmla="*/ 286593 w 319313"/>
              <a:gd name="connsiteY67" fmla="*/ 220220 h 317316"/>
              <a:gd name="connsiteX68" fmla="*/ 305574 w 319313"/>
              <a:gd name="connsiteY68" fmla="*/ 220220 h 317316"/>
              <a:gd name="connsiteX69" fmla="*/ 317945 w 319313"/>
              <a:gd name="connsiteY69" fmla="*/ 207849 h 317316"/>
              <a:gd name="connsiteX70" fmla="*/ 317945 w 319313"/>
              <a:gd name="connsiteY70" fmla="*/ 207500 h 317316"/>
              <a:gd name="connsiteX71" fmla="*/ 317945 w 319313"/>
              <a:gd name="connsiteY71" fmla="*/ 11003 h 317316"/>
              <a:gd name="connsiteX72" fmla="*/ 305574 w 319313"/>
              <a:gd name="connsiteY72" fmla="*/ -1368 h 317316"/>
              <a:gd name="connsiteX73" fmla="*/ 305225 w 319313"/>
              <a:gd name="connsiteY73" fmla="*/ -1368 h 317316"/>
              <a:gd name="connsiteX74" fmla="*/ 10832 w 319313"/>
              <a:gd name="connsiteY74" fmla="*/ -1368 h 317316"/>
              <a:gd name="connsiteX75" fmla="*/ -1369 w 319313"/>
              <a:gd name="connsiteY75" fmla="*/ 11003 h 317316"/>
              <a:gd name="connsiteX76" fmla="*/ -1369 w 319313"/>
              <a:gd name="connsiteY76" fmla="*/ 11181 h 317316"/>
              <a:gd name="connsiteX77" fmla="*/ -1369 w 319313"/>
              <a:gd name="connsiteY77" fmla="*/ 207849 h 317316"/>
              <a:gd name="connsiteX78" fmla="*/ 10832 w 319313"/>
              <a:gd name="connsiteY78" fmla="*/ 220220 h 317316"/>
              <a:gd name="connsiteX79" fmla="*/ 103850 w 319313"/>
              <a:gd name="connsiteY79" fmla="*/ 135559 h 317316"/>
              <a:gd name="connsiteX80" fmla="*/ 122321 w 319313"/>
              <a:gd name="connsiteY80" fmla="*/ 127978 h 317316"/>
              <a:gd name="connsiteX81" fmla="*/ 128939 w 319313"/>
              <a:gd name="connsiteY81" fmla="*/ 116828 h 317316"/>
              <a:gd name="connsiteX82" fmla="*/ 187467 w 319313"/>
              <a:gd name="connsiteY82" fmla="*/ 116828 h 317316"/>
              <a:gd name="connsiteX83" fmla="*/ 212557 w 319313"/>
              <a:gd name="connsiteY83" fmla="*/ 135559 h 317316"/>
              <a:gd name="connsiteX84" fmla="*/ 230930 w 319313"/>
              <a:gd name="connsiteY84" fmla="*/ 127978 h 317316"/>
              <a:gd name="connsiteX85" fmla="*/ 238680 w 319313"/>
              <a:gd name="connsiteY85" fmla="*/ 109425 h 317316"/>
              <a:gd name="connsiteX86" fmla="*/ 212557 w 319313"/>
              <a:gd name="connsiteY86" fmla="*/ 83382 h 317316"/>
              <a:gd name="connsiteX87" fmla="*/ 194085 w 319313"/>
              <a:gd name="connsiteY87" fmla="*/ 90963 h 317316"/>
              <a:gd name="connsiteX88" fmla="*/ 193656 w 319313"/>
              <a:gd name="connsiteY88" fmla="*/ 91570 h 317316"/>
              <a:gd name="connsiteX89" fmla="*/ 187467 w 319313"/>
              <a:gd name="connsiteY89" fmla="*/ 102112 h 317316"/>
              <a:gd name="connsiteX90" fmla="*/ 128939 w 319313"/>
              <a:gd name="connsiteY90" fmla="*/ 102112 h 317316"/>
              <a:gd name="connsiteX91" fmla="*/ 103850 w 319313"/>
              <a:gd name="connsiteY91" fmla="*/ 83382 h 317316"/>
              <a:gd name="connsiteX92" fmla="*/ 85556 w 319313"/>
              <a:gd name="connsiteY92" fmla="*/ 90963 h 317316"/>
              <a:gd name="connsiteX93" fmla="*/ 85039 w 319313"/>
              <a:gd name="connsiteY93" fmla="*/ 91570 h 317316"/>
              <a:gd name="connsiteX94" fmla="*/ 77895 w 319313"/>
              <a:gd name="connsiteY94" fmla="*/ 109425 h 317316"/>
              <a:gd name="connsiteX95" fmla="*/ 103850 w 319313"/>
              <a:gd name="connsiteY95" fmla="*/ 135559 h 317316"/>
              <a:gd name="connsiteX96" fmla="*/ 103850 w 319313"/>
              <a:gd name="connsiteY96" fmla="*/ 135559 h 31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319313" h="317316">
                <a:moveTo>
                  <a:pt x="220565" y="117525"/>
                </a:moveTo>
                <a:lnTo>
                  <a:pt x="220565" y="117525"/>
                </a:lnTo>
                <a:cubicBezTo>
                  <a:pt x="218478" y="119531"/>
                  <a:pt x="215687" y="120842"/>
                  <a:pt x="212557" y="120842"/>
                </a:cubicBezTo>
                <a:cubicBezTo>
                  <a:pt x="209417" y="120842"/>
                  <a:pt x="206545" y="119531"/>
                  <a:pt x="204538" y="117525"/>
                </a:cubicBezTo>
                <a:lnTo>
                  <a:pt x="204457" y="117525"/>
                </a:lnTo>
                <a:cubicBezTo>
                  <a:pt x="202621" y="115527"/>
                  <a:pt x="201228" y="112823"/>
                  <a:pt x="201228" y="109773"/>
                </a:cubicBezTo>
                <a:lnTo>
                  <a:pt x="201228" y="109425"/>
                </a:lnTo>
                <a:lnTo>
                  <a:pt x="201228" y="109166"/>
                </a:lnTo>
                <a:cubicBezTo>
                  <a:pt x="201228" y="106205"/>
                  <a:pt x="202362" y="103682"/>
                  <a:pt x="204191" y="101764"/>
                </a:cubicBezTo>
                <a:lnTo>
                  <a:pt x="204538" y="101417"/>
                </a:lnTo>
                <a:cubicBezTo>
                  <a:pt x="206545" y="99320"/>
                  <a:pt x="209417" y="98196"/>
                  <a:pt x="212557" y="98196"/>
                </a:cubicBezTo>
                <a:cubicBezTo>
                  <a:pt x="215687" y="98196"/>
                  <a:pt x="218478" y="99320"/>
                  <a:pt x="220477" y="101417"/>
                </a:cubicBezTo>
                <a:lnTo>
                  <a:pt x="220565" y="101417"/>
                </a:lnTo>
                <a:cubicBezTo>
                  <a:pt x="222571" y="103334"/>
                  <a:pt x="223874" y="106295"/>
                  <a:pt x="223874" y="109425"/>
                </a:cubicBezTo>
                <a:cubicBezTo>
                  <a:pt x="223874" y="112654"/>
                  <a:pt x="222571" y="115437"/>
                  <a:pt x="220565" y="117525"/>
                </a:cubicBezTo>
                <a:close/>
                <a:moveTo>
                  <a:pt x="111949" y="117525"/>
                </a:moveTo>
                <a:lnTo>
                  <a:pt x="111949" y="117525"/>
                </a:lnTo>
                <a:cubicBezTo>
                  <a:pt x="109861" y="119531"/>
                  <a:pt x="106989" y="120842"/>
                  <a:pt x="103850" y="120842"/>
                </a:cubicBezTo>
                <a:cubicBezTo>
                  <a:pt x="100719" y="120842"/>
                  <a:pt x="97928" y="119531"/>
                  <a:pt x="96010" y="117525"/>
                </a:cubicBezTo>
                <a:lnTo>
                  <a:pt x="95840" y="117525"/>
                </a:lnTo>
                <a:cubicBezTo>
                  <a:pt x="93922" y="115437"/>
                  <a:pt x="92531" y="112654"/>
                  <a:pt x="92531" y="109425"/>
                </a:cubicBezTo>
                <a:cubicBezTo>
                  <a:pt x="92531" y="106554"/>
                  <a:pt x="93744" y="103851"/>
                  <a:pt x="95573" y="101764"/>
                </a:cubicBezTo>
                <a:lnTo>
                  <a:pt x="96010" y="101417"/>
                </a:lnTo>
                <a:cubicBezTo>
                  <a:pt x="97928" y="99320"/>
                  <a:pt x="100888" y="98196"/>
                  <a:pt x="103850" y="98196"/>
                </a:cubicBezTo>
                <a:cubicBezTo>
                  <a:pt x="107159" y="98196"/>
                  <a:pt x="109861" y="99320"/>
                  <a:pt x="111949" y="101417"/>
                </a:cubicBezTo>
                <a:cubicBezTo>
                  <a:pt x="113785" y="103334"/>
                  <a:pt x="115177" y="106116"/>
                  <a:pt x="115347" y="108989"/>
                </a:cubicBezTo>
                <a:lnTo>
                  <a:pt x="115177" y="109425"/>
                </a:lnTo>
                <a:lnTo>
                  <a:pt x="115347" y="109773"/>
                </a:lnTo>
                <a:cubicBezTo>
                  <a:pt x="115177" y="112913"/>
                  <a:pt x="113785" y="115527"/>
                  <a:pt x="111949" y="117525"/>
                </a:cubicBezTo>
                <a:close/>
                <a:moveTo>
                  <a:pt x="293382" y="195656"/>
                </a:moveTo>
                <a:lnTo>
                  <a:pt x="293382" y="195656"/>
                </a:lnTo>
                <a:lnTo>
                  <a:pt x="23194" y="195656"/>
                </a:lnTo>
                <a:lnTo>
                  <a:pt x="23194" y="23285"/>
                </a:lnTo>
                <a:lnTo>
                  <a:pt x="293382" y="23285"/>
                </a:lnTo>
                <a:lnTo>
                  <a:pt x="293382" y="195656"/>
                </a:lnTo>
                <a:close/>
                <a:moveTo>
                  <a:pt x="178841" y="220220"/>
                </a:moveTo>
                <a:lnTo>
                  <a:pt x="178841" y="220220"/>
                </a:lnTo>
                <a:lnTo>
                  <a:pt x="271958" y="220220"/>
                </a:lnTo>
                <a:lnTo>
                  <a:pt x="271958" y="301134"/>
                </a:lnTo>
                <a:lnTo>
                  <a:pt x="152280" y="301134"/>
                </a:lnTo>
                <a:lnTo>
                  <a:pt x="152280" y="268998"/>
                </a:lnTo>
                <a:lnTo>
                  <a:pt x="171269" y="268998"/>
                </a:lnTo>
                <a:lnTo>
                  <a:pt x="171439" y="268998"/>
                </a:lnTo>
                <a:cubicBezTo>
                  <a:pt x="175622" y="268998"/>
                  <a:pt x="178841" y="265600"/>
                  <a:pt x="178841" y="261594"/>
                </a:cubicBezTo>
                <a:lnTo>
                  <a:pt x="178841" y="261416"/>
                </a:lnTo>
                <a:lnTo>
                  <a:pt x="178841" y="220220"/>
                </a:lnTo>
                <a:close/>
                <a:moveTo>
                  <a:pt x="44627" y="220220"/>
                </a:moveTo>
                <a:lnTo>
                  <a:pt x="44627" y="220220"/>
                </a:lnTo>
                <a:lnTo>
                  <a:pt x="164035" y="220220"/>
                </a:lnTo>
                <a:lnTo>
                  <a:pt x="164035" y="254014"/>
                </a:lnTo>
                <a:lnTo>
                  <a:pt x="144967" y="254014"/>
                </a:lnTo>
                <a:lnTo>
                  <a:pt x="144789" y="254014"/>
                </a:lnTo>
                <a:lnTo>
                  <a:pt x="44627" y="254014"/>
                </a:lnTo>
                <a:lnTo>
                  <a:pt x="44627" y="220220"/>
                </a:lnTo>
                <a:close/>
                <a:moveTo>
                  <a:pt x="10832" y="220220"/>
                </a:moveTo>
                <a:lnTo>
                  <a:pt x="10832" y="220220"/>
                </a:lnTo>
                <a:lnTo>
                  <a:pt x="29812" y="220220"/>
                </a:lnTo>
                <a:lnTo>
                  <a:pt x="29812" y="261594"/>
                </a:lnTo>
                <a:cubicBezTo>
                  <a:pt x="29812" y="265600"/>
                  <a:pt x="33129" y="268998"/>
                  <a:pt x="37223" y="268998"/>
                </a:cubicBezTo>
                <a:lnTo>
                  <a:pt x="37482" y="268998"/>
                </a:lnTo>
                <a:lnTo>
                  <a:pt x="137564" y="268998"/>
                </a:lnTo>
                <a:lnTo>
                  <a:pt x="137564" y="308367"/>
                </a:lnTo>
                <a:cubicBezTo>
                  <a:pt x="137564" y="312550"/>
                  <a:pt x="140953" y="315948"/>
                  <a:pt x="144967" y="315948"/>
                </a:cubicBezTo>
                <a:lnTo>
                  <a:pt x="145136" y="315948"/>
                </a:lnTo>
                <a:lnTo>
                  <a:pt x="279183" y="315948"/>
                </a:lnTo>
                <a:cubicBezTo>
                  <a:pt x="283276" y="315948"/>
                  <a:pt x="286593" y="312550"/>
                  <a:pt x="286593" y="308367"/>
                </a:cubicBezTo>
                <a:lnTo>
                  <a:pt x="286593" y="308189"/>
                </a:lnTo>
                <a:lnTo>
                  <a:pt x="286593" y="220220"/>
                </a:lnTo>
                <a:lnTo>
                  <a:pt x="305574" y="220220"/>
                </a:lnTo>
                <a:cubicBezTo>
                  <a:pt x="312371" y="220220"/>
                  <a:pt x="317945" y="214823"/>
                  <a:pt x="317945" y="207849"/>
                </a:cubicBezTo>
                <a:lnTo>
                  <a:pt x="317945" y="207500"/>
                </a:lnTo>
                <a:lnTo>
                  <a:pt x="317945" y="11003"/>
                </a:lnTo>
                <a:cubicBezTo>
                  <a:pt x="317945" y="4296"/>
                  <a:pt x="312371" y="-1368"/>
                  <a:pt x="305574" y="-1368"/>
                </a:cubicBezTo>
                <a:lnTo>
                  <a:pt x="305225" y="-1368"/>
                </a:lnTo>
                <a:lnTo>
                  <a:pt x="10832" y="-1368"/>
                </a:lnTo>
                <a:cubicBezTo>
                  <a:pt x="4205" y="-1368"/>
                  <a:pt x="-1369" y="4296"/>
                  <a:pt x="-1369" y="11003"/>
                </a:cubicBezTo>
                <a:lnTo>
                  <a:pt x="-1369" y="11181"/>
                </a:lnTo>
                <a:lnTo>
                  <a:pt x="-1369" y="207849"/>
                </a:lnTo>
                <a:cubicBezTo>
                  <a:pt x="-1369" y="214823"/>
                  <a:pt x="4205" y="220220"/>
                  <a:pt x="10832" y="220220"/>
                </a:cubicBezTo>
                <a:close/>
                <a:moveTo>
                  <a:pt x="103850" y="135559"/>
                </a:moveTo>
                <a:cubicBezTo>
                  <a:pt x="111173" y="135559"/>
                  <a:pt x="117612" y="132598"/>
                  <a:pt x="122321" y="127978"/>
                </a:cubicBezTo>
                <a:cubicBezTo>
                  <a:pt x="125452" y="124935"/>
                  <a:pt x="127718" y="121011"/>
                  <a:pt x="128939" y="116828"/>
                </a:cubicBezTo>
                <a:lnTo>
                  <a:pt x="187467" y="116828"/>
                </a:lnTo>
                <a:cubicBezTo>
                  <a:pt x="190776" y="127808"/>
                  <a:pt x="201059" y="135559"/>
                  <a:pt x="212557" y="135559"/>
                </a:cubicBezTo>
                <a:cubicBezTo>
                  <a:pt x="219701" y="135559"/>
                  <a:pt x="226319" y="132598"/>
                  <a:pt x="230930" y="127978"/>
                </a:cubicBezTo>
                <a:cubicBezTo>
                  <a:pt x="235639" y="123188"/>
                  <a:pt x="238680" y="116658"/>
                  <a:pt x="238680" y="109425"/>
                </a:cubicBezTo>
                <a:cubicBezTo>
                  <a:pt x="238680" y="95147"/>
                  <a:pt x="226836" y="83382"/>
                  <a:pt x="212557" y="83382"/>
                </a:cubicBezTo>
                <a:cubicBezTo>
                  <a:pt x="205411" y="83382"/>
                  <a:pt x="198794" y="86262"/>
                  <a:pt x="194085" y="90963"/>
                </a:cubicBezTo>
                <a:lnTo>
                  <a:pt x="193656" y="91570"/>
                </a:lnTo>
                <a:cubicBezTo>
                  <a:pt x="190954" y="94530"/>
                  <a:pt x="188688" y="98108"/>
                  <a:pt x="187467" y="102112"/>
                </a:cubicBezTo>
                <a:lnTo>
                  <a:pt x="128939" y="102112"/>
                </a:lnTo>
                <a:cubicBezTo>
                  <a:pt x="125630" y="91311"/>
                  <a:pt x="115525" y="83382"/>
                  <a:pt x="103850" y="83382"/>
                </a:cubicBezTo>
                <a:cubicBezTo>
                  <a:pt x="96705" y="83382"/>
                  <a:pt x="90088" y="86262"/>
                  <a:pt x="85556" y="90963"/>
                </a:cubicBezTo>
                <a:lnTo>
                  <a:pt x="85039" y="91570"/>
                </a:lnTo>
                <a:cubicBezTo>
                  <a:pt x="80597" y="96190"/>
                  <a:pt x="77895" y="102548"/>
                  <a:pt x="77895" y="109425"/>
                </a:cubicBezTo>
                <a:cubicBezTo>
                  <a:pt x="77895" y="123804"/>
                  <a:pt x="89570" y="135559"/>
                  <a:pt x="103850" y="135559"/>
                </a:cubicBezTo>
                <a:lnTo>
                  <a:pt x="103850" y="135559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未标题-1_画板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9" name="图片 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2131" t="2833" r="24241"/>
          <a:stretch>
            <a:fillRect/>
          </a:stretch>
        </p:blipFill>
        <p:spPr>
          <a:xfrm>
            <a:off x="0" y="508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13" name="任意多边形: 形状 12"/>
          <p:cNvSpPr/>
          <p:nvPr/>
        </p:nvSpPr>
        <p:spPr>
          <a:xfrm>
            <a:off x="76201" y="3545508"/>
            <a:ext cx="1176271" cy="1790066"/>
          </a:xfrm>
          <a:custGeom>
            <a:avLst/>
            <a:gdLst>
              <a:gd name="connsiteX0" fmla="*/ 281238 w 1176271"/>
              <a:gd name="connsiteY0" fmla="*/ 0 h 1790066"/>
              <a:gd name="connsiteX1" fmla="*/ 1176271 w 1176271"/>
              <a:gd name="connsiteY1" fmla="*/ 895033 h 1790066"/>
              <a:gd name="connsiteX2" fmla="*/ 281238 w 1176271"/>
              <a:gd name="connsiteY2" fmla="*/ 1790066 h 1790066"/>
              <a:gd name="connsiteX3" fmla="*/ 15083 w 1176271"/>
              <a:gd name="connsiteY3" fmla="*/ 1749827 h 1790066"/>
              <a:gd name="connsiteX4" fmla="*/ 0 w 1176271"/>
              <a:gd name="connsiteY4" fmla="*/ 1744307 h 1790066"/>
              <a:gd name="connsiteX5" fmla="*/ 0 w 1176271"/>
              <a:gd name="connsiteY5" fmla="*/ 45759 h 1790066"/>
              <a:gd name="connsiteX6" fmla="*/ 15083 w 1176271"/>
              <a:gd name="connsiteY6" fmla="*/ 40239 h 1790066"/>
              <a:gd name="connsiteX7" fmla="*/ 281238 w 1176271"/>
              <a:gd name="connsiteY7" fmla="*/ 0 h 179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6271" h="1790066">
                <a:moveTo>
                  <a:pt x="281238" y="0"/>
                </a:moveTo>
                <a:cubicBezTo>
                  <a:pt x="775551" y="0"/>
                  <a:pt x="1176271" y="400720"/>
                  <a:pt x="1176271" y="895033"/>
                </a:cubicBezTo>
                <a:cubicBezTo>
                  <a:pt x="1176271" y="1389346"/>
                  <a:pt x="775551" y="1790066"/>
                  <a:pt x="281238" y="1790066"/>
                </a:cubicBezTo>
                <a:cubicBezTo>
                  <a:pt x="188555" y="1790066"/>
                  <a:pt x="99161" y="1775978"/>
                  <a:pt x="15083" y="1749827"/>
                </a:cubicBezTo>
                <a:lnTo>
                  <a:pt x="0" y="1744307"/>
                </a:lnTo>
                <a:lnTo>
                  <a:pt x="0" y="45759"/>
                </a:lnTo>
                <a:lnTo>
                  <a:pt x="15083" y="40239"/>
                </a:lnTo>
                <a:cubicBezTo>
                  <a:pt x="99161" y="14088"/>
                  <a:pt x="188555" y="0"/>
                  <a:pt x="2812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>教学过程 — 第二课时</a:t>
            </a:r>
            <a:endParaRPr lang="zh-CN" altLang="en-US"/>
          </a:p>
        </p:txBody>
      </p:sp>
      <p:sp>
        <p:nvSpPr>
          <p:cNvPr id="3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四季度工作规划</a:t>
            </a:r>
            <a:endParaRPr lang="zh-CN" altLang="en-US" sz="3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>
            <p:custDataLst>
              <p:tags r:id="rId4"/>
            </p:custDataLst>
          </p:nvPr>
        </p:nvSpPr>
        <p:spPr>
          <a:xfrm>
            <a:off x="1875517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>进入理解与感悟阶段</a:t>
            </a:r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5"/>
            </p:custDataLst>
          </p:nvPr>
        </p:nvSpPr>
        <p:spPr>
          <a:xfrm>
            <a:off x="4605261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7335005" y="2037593"/>
            <a:ext cx="2784475" cy="3792858"/>
          </a:xfrm>
          <a:prstGeom prst="roundRect">
            <a:avLst>
              <a:gd name="adj" fmla="val 573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659925" y="1108912"/>
            <a:ext cx="710663" cy="710663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11120416" y="6029489"/>
            <a:ext cx="277858" cy="27785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1" name="文本框 6"/>
          <p:cNvSpPr txBox="1"/>
          <p:nvPr>
            <p:custDataLst>
              <p:tags r:id="rId7"/>
            </p:custDataLst>
          </p:nvPr>
        </p:nvSpPr>
        <p:spPr>
          <a:xfrm>
            <a:off x="2037522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标题名称1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2037523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9"/>
            </p:custDataLst>
          </p:nvPr>
        </p:nvSpPr>
        <p:spPr>
          <a:xfrm>
            <a:off x="4807336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标题名称2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0"/>
            </p:custDataLst>
          </p:nvPr>
        </p:nvSpPr>
        <p:spPr>
          <a:xfrm>
            <a:off x="4807337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文字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文本框 6"/>
          <p:cNvSpPr txBox="1"/>
          <p:nvPr>
            <p:custDataLst>
              <p:tags r:id="rId11"/>
            </p:custDataLst>
          </p:nvPr>
        </p:nvSpPr>
        <p:spPr>
          <a:xfrm>
            <a:off x="7561811" y="4443987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标题名称3</a:t>
            </a:r>
            <a:endParaRPr lang="en-US" altLang="zh-CN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561811" y="4901519"/>
            <a:ext cx="23929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sz="1200" dirty="0">
                <a:solidFill>
                  <a:schemeClr val="bg1"/>
                </a:solidFill>
              </a:rPr>
              <a:t>文字</a:t>
            </a:r>
            <a:endParaRPr lang="zh-CN" sz="1200" dirty="0">
              <a:solidFill>
                <a:schemeClr val="bg1"/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未标题-1_画板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4"/>
          <a:stretch>
            <a:fillRect/>
          </a:stretch>
        </p:blipFill>
        <p:spPr>
          <a:xfrm>
            <a:off x="2088515" y="2587625"/>
            <a:ext cx="2057400" cy="168275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5"/>
          <a:stretch>
            <a:fillRect/>
          </a:stretch>
        </p:blipFill>
        <p:spPr>
          <a:xfrm>
            <a:off x="4807585" y="2587625"/>
            <a:ext cx="2063750" cy="168275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6"/>
          <a:stretch>
            <a:fillRect/>
          </a:stretch>
        </p:blipFill>
        <p:spPr>
          <a:xfrm>
            <a:off x="7699375" y="2419350"/>
            <a:ext cx="2054860" cy="18491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" name="任意多边形: 形状 28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1"/>
            </p:custDataLst>
          </p:nvPr>
        </p:nvSpPr>
        <p:spPr>
          <a:xfrm>
            <a:off x="5051783" y="1132672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7" name="矩形: 圆角 6"/>
          <p:cNvSpPr/>
          <p:nvPr>
            <p:custDataLst>
              <p:tags r:id="rId4"/>
            </p:custDataLst>
          </p:nvPr>
        </p:nvSpPr>
        <p:spPr>
          <a:xfrm>
            <a:off x="753190" y="2120319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8" name="矩形: 圆角 7"/>
          <p:cNvSpPr/>
          <p:nvPr>
            <p:custDataLst>
              <p:tags r:id="rId5"/>
            </p:custDataLst>
          </p:nvPr>
        </p:nvSpPr>
        <p:spPr>
          <a:xfrm>
            <a:off x="6280298" y="2738496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430107" y="4456586"/>
            <a:ext cx="1451877" cy="145187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5003150" y="2409938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10498929" y="3008257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3" name="文本框 6"/>
          <p:cNvSpPr txBox="1"/>
          <p:nvPr>
            <p:custDataLst>
              <p:tags r:id="rId8"/>
            </p:custDataLst>
          </p:nvPr>
        </p:nvSpPr>
        <p:spPr>
          <a:xfrm>
            <a:off x="973455" y="2764155"/>
            <a:ext cx="2696845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复习导入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973756" y="3289905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利用生字卡片认读，快速回顾上节课内容。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1080436" y="2578908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6"/>
          <p:cNvSpPr txBox="1"/>
          <p:nvPr>
            <p:custDataLst>
              <p:tags r:id="rId11"/>
            </p:custDataLst>
          </p:nvPr>
        </p:nvSpPr>
        <p:spPr>
          <a:xfrm>
            <a:off x="6559244" y="338387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搭建桥梁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6559244" y="3909487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为新知学习做好铺垫，进入深入阅读。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" name="直接连接符 19"/>
          <p:cNvCxnSpPr/>
          <p:nvPr>
            <p:custDataLst>
              <p:tags r:id="rId13"/>
            </p:custDataLst>
          </p:nvPr>
        </p:nvCxnSpPr>
        <p:spPr>
          <a:xfrm>
            <a:off x="6665924" y="3198490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图形 14"/>
          <p:cNvSpPr/>
          <p:nvPr>
            <p:custDataLst>
              <p:tags r:id="rId14"/>
            </p:custDataLst>
          </p:nvPr>
        </p:nvSpPr>
        <p:spPr>
          <a:xfrm flipV="1">
            <a:off x="5172099" y="2578840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15"/>
          <p:cNvSpPr/>
          <p:nvPr>
            <p:custDataLst>
              <p:tags r:id="rId15"/>
            </p:custDataLst>
          </p:nvPr>
        </p:nvSpPr>
        <p:spPr>
          <a:xfrm flipV="1">
            <a:off x="10647314" y="3183082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6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想法和建议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17"/>
            </p:custDataLst>
          </p:nvPr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8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" name="任意多边形: 形状 28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1"/>
            </p:custDataLst>
          </p:nvPr>
        </p:nvSpPr>
        <p:spPr>
          <a:xfrm>
            <a:off x="5051783" y="1132672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7" name="矩形: 圆角 6"/>
          <p:cNvSpPr/>
          <p:nvPr>
            <p:custDataLst>
              <p:tags r:id="rId4"/>
            </p:custDataLst>
          </p:nvPr>
        </p:nvSpPr>
        <p:spPr>
          <a:xfrm>
            <a:off x="753190" y="2120319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8" name="矩形: 圆角 7"/>
          <p:cNvSpPr/>
          <p:nvPr>
            <p:custDataLst>
              <p:tags r:id="rId5"/>
            </p:custDataLst>
          </p:nvPr>
        </p:nvSpPr>
        <p:spPr>
          <a:xfrm>
            <a:off x="6280298" y="2738496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430107" y="4456586"/>
            <a:ext cx="1451877" cy="145187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5003150" y="2409938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r>
              <a:t/>
            </a:r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10498929" y="3008257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3" name="文本框 6"/>
          <p:cNvSpPr txBox="1"/>
          <p:nvPr>
            <p:custDataLst>
              <p:tags r:id="rId8"/>
            </p:custDataLst>
          </p:nvPr>
        </p:nvSpPr>
        <p:spPr>
          <a:xfrm>
            <a:off x="973455" y="2764155"/>
            <a:ext cx="2696845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拓展延伸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973756" y="3289905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续编故事或表演课本剧。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1080436" y="2578908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6"/>
          <p:cNvSpPr txBox="1"/>
          <p:nvPr>
            <p:custDataLst>
              <p:tags r:id="rId11"/>
            </p:custDataLst>
          </p:nvPr>
        </p:nvSpPr>
        <p:spPr>
          <a:xfrm>
            <a:off x="6559244" y="338387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能力提升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6559244" y="3909487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提升语言表达与创造力，收集类似寓言。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" name="直接连接符 19"/>
          <p:cNvCxnSpPr/>
          <p:nvPr>
            <p:custDataLst>
              <p:tags r:id="rId13"/>
            </p:custDataLst>
          </p:nvPr>
        </p:nvCxnSpPr>
        <p:spPr>
          <a:xfrm>
            <a:off x="6665924" y="3198490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图形 14"/>
          <p:cNvSpPr/>
          <p:nvPr>
            <p:custDataLst>
              <p:tags r:id="rId14"/>
            </p:custDataLst>
          </p:nvPr>
        </p:nvSpPr>
        <p:spPr>
          <a:xfrm flipV="1">
            <a:off x="5172099" y="2578840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15"/>
          <p:cNvSpPr/>
          <p:nvPr>
            <p:custDataLst>
              <p:tags r:id="rId15"/>
            </p:custDataLst>
          </p:nvPr>
        </p:nvSpPr>
        <p:spPr>
          <a:xfrm flipV="1">
            <a:off x="10647314" y="3183082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r>
              <a:t/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6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想法和建议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17"/>
            </p:custDataLst>
          </p:nvPr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8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10"/>
</p:tagLst>
</file>

<file path=ppt/tags/tag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5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6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7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8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1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1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5.xml><?xml version="1.0" encoding="utf-8"?>
<p:tagLst xmlns:p="http://schemas.openxmlformats.org/presentationml/2006/main">
  <p:tag name="PA" val="v5.2.10"/>
</p:tagLst>
</file>

<file path=ppt/tags/tag16.xml><?xml version="1.0" encoding="utf-8"?>
<p:tagLst xmlns:p="http://schemas.openxmlformats.org/presentationml/2006/main">
  <p:tag name="PA" val="v5.2.10"/>
</p:tagLst>
</file>

<file path=ppt/tags/tag17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8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1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5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6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7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8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1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3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5.xml><?xml version="1.0" encoding="utf-8"?>
<p:tagLst xmlns:p="http://schemas.openxmlformats.org/presentationml/2006/main">
  <p:tag name="picid" val="{9b08da44-d8e6-4a98-bf5e-1d39b686f67f}"/>
</p:tagLst>
</file>

<file path=ppt/tags/tag36.xml><?xml version="1.0" encoding="utf-8"?>
<p:tagLst xmlns:p="http://schemas.openxmlformats.org/presentationml/2006/main">
  <p:tag name="PA" val="v5.2.10"/>
</p:tagLst>
</file>

<file path=ppt/tags/tag37.xml><?xml version="1.0" encoding="utf-8"?>
<p:tagLst xmlns:p="http://schemas.openxmlformats.org/presentationml/2006/main">
  <p:tag name="picid" val="{babba2cf-812c-47f4-86b1-2dd0855714dd}"/>
</p:tagLst>
</file>

<file path=ppt/tags/tag38.xml><?xml version="1.0" encoding="utf-8"?>
<p:tagLst xmlns:p="http://schemas.openxmlformats.org/presentationml/2006/main">
  <p:tag name="picid" val="{295d0163-9520-4324-9f21-1ffd708458b6}"/>
</p:tagLst>
</file>

<file path=ppt/tags/tag39.xml><?xml version="1.0" encoding="utf-8"?>
<p:tagLst xmlns:p="http://schemas.openxmlformats.org/presentationml/2006/main">
  <p:tag name="picid" val="{e9a94400-3eeb-419d-81b6-244d53a33a60}"/>
</p:tagLst>
</file>

<file path=ppt/tags/tag40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1.xml><?xml version="1.0" encoding="utf-8"?>
<p:tagLst xmlns:p="http://schemas.openxmlformats.org/presentationml/2006/main">
  <p:tag name="PA" val="v5.2.10"/>
  <p:tag name="KSO_WM_DIAGRAM_VIRTUALLY_FRAME" val="{&quot;height&quot;:214.2485039370079,&quot;left&quot;:269.3640157480315,&quot;top&quot;:202.6,&quot;width&quot;:634.2686614173228}"/>
</p:tagLst>
</file>

<file path=ppt/tags/tag42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3.xml><?xml version="1.0" encoding="utf-8"?>
<p:tagLst xmlns:p="http://schemas.openxmlformats.org/presentationml/2006/main">
  <p:tag name="PA" val="v5.2.10"/>
  <p:tag name="KSO_WM_DIAGRAM_VIRTUALLY_FRAME" val="{&quot;height&quot;:214.2485039370079,&quot;left&quot;:269.3640157480315,&quot;top&quot;:202.6,&quot;width&quot;:634.2686614173228}"/>
</p:tagLst>
</file>

<file path=ppt/tags/tag44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5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6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7.xml><?xml version="1.0" encoding="utf-8"?>
<p:tagLst xmlns:p="http://schemas.openxmlformats.org/presentationml/2006/main">
  <p:tag name="PA" val="v5.2.10"/>
</p:tagLst>
</file>

<file path=ppt/tags/tag48.xml><?xml version="1.0" encoding="utf-8"?>
<p:tagLst xmlns:p="http://schemas.openxmlformats.org/presentationml/2006/main">
  <p:tag name="PA" val="v5.2.10"/>
</p:tagLst>
</file>

<file path=ppt/tags/tag49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0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1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2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3.xml><?xml version="1.0" encoding="utf-8"?>
<p:tagLst xmlns:p="http://schemas.openxmlformats.org/presentationml/2006/main">
  <p:tag name="PA" val="v5.2.10"/>
  <p:tag name="KSO_WM_DIAGRAM_VIRTUALLY_FRAME" val="{&quot;height&quot;:373.0653543307086,&quot;left&quot;:318.80622047244094,&quot;top&quot;:83.46732283464567,&quot;width&quot;:610.9731496062993}"/>
</p:tagLst>
</file>

<file path=ppt/tags/tag54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5.xml><?xml version="1.0" encoding="utf-8"?>
<p:tagLst xmlns:p="http://schemas.openxmlformats.org/presentationml/2006/main">
  <p:tag name="PA" val="v5.2.10"/>
  <p:tag name="KSO_WM_DIAGRAM_VIRTUALLY_FRAME" val="{&quot;height&quot;:373.0653543307086,&quot;left&quot;:318.80622047244094,&quot;top&quot;:83.46732283464567,&quot;width&quot;:610.9731496062993}"/>
</p:tagLst>
</file>

<file path=ppt/tags/tag56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7.xml><?xml version="1.0" encoding="utf-8"?>
<p:tagLst xmlns:p="http://schemas.openxmlformats.org/presentationml/2006/main">
  <p:tag name="PA" val="v5.2.10"/>
  <p:tag name="KSO_WM_DIAGRAM_VIRTUALLY_FRAME" val="{&quot;height&quot;:373.0653543307086,&quot;left&quot;:318.80622047244094,&quot;top&quot;:83.46732283464567,&quot;width&quot;:610.9731496062993}"/>
</p:tagLst>
</file>

<file path=ppt/tags/tag58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9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0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1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2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3.xml><?xml version="1.0" encoding="utf-8"?>
<p:tagLst xmlns:p="http://schemas.openxmlformats.org/presentationml/2006/main">
  <p:tag name="picid" val="{00770785-d9bf-44e6-bbde-822de7625730}"/>
</p:tagLst>
</file>

<file path=ppt/tags/tag64.xml><?xml version="1.0" encoding="utf-8"?>
<p:tagLst xmlns:p="http://schemas.openxmlformats.org/presentationml/2006/main">
  <p:tag name="PA" val="v5.2.10"/>
</p:tagLst>
</file>

<file path=ppt/tags/tag65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66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67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68.xml><?xml version="1.0" encoding="utf-8"?>
<p:tagLst xmlns:p="http://schemas.openxmlformats.org/presentationml/2006/main">
  <p:tag name="PA" val="v5.2.10"/>
  <p:tag name="KSO_WM_DIAGRAM_VIRTUALLY_FRAME" val="{&quot;height&quot;:298.65023622047244,&quot;left&quot;:49.678503937007875,&quot;top&quot;:160.4403937007874,&quot;width&quot;:864.0714960629921}"/>
</p:tagLst>
</file>

<file path=ppt/tags/tag69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70.xml><?xml version="1.0" encoding="utf-8"?>
<p:tagLst xmlns:p="http://schemas.openxmlformats.org/presentationml/2006/main">
  <p:tag name="PA" val="v5.2.10"/>
  <p:tag name="KSO_WM_DIAGRAM_VIRTUALLY_FRAME" val="{&quot;height&quot;:298.65023622047244,&quot;left&quot;:49.678503937007875,&quot;top&quot;:160.4403937007874,&quot;width&quot;:864.0714960629921}"/>
</p:tagLst>
</file>

<file path=ppt/tags/tag71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72.xml><?xml version="1.0" encoding="utf-8"?>
<p:tagLst xmlns:p="http://schemas.openxmlformats.org/presentationml/2006/main">
  <p:tag name="PA" val="v5.2.10"/>
  <p:tag name="KSO_WM_DIAGRAM_VIRTUALLY_FRAME" val="{&quot;height&quot;:298.65023622047244,&quot;left&quot;:49.678503937007875,&quot;top&quot;:160.4403937007874,&quot;width&quot;:864.0714960629921}"/>
</p:tagLst>
</file>

<file path=ppt/tags/tag73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74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5.xml><?xml version="1.0" encoding="utf-8"?>
<p:tagLst xmlns:p="http://schemas.openxmlformats.org/presentationml/2006/main">
  <p:tag name="picid" val="{f021ca3c-621f-4076-82fe-1ef44cea8e43}"/>
</p:tagLst>
</file>

<file path=ppt/tags/tag76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7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8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9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0.xml><?xml version="1.0" encoding="utf-8"?>
<p:tagLst xmlns:p="http://schemas.openxmlformats.org/presentationml/2006/main">
  <p:tag name="PA" val="v5.2.10"/>
  <p:tag name="KSO_WM_DIAGRAM_VIRTUALLY_FRAME" val="{&quot;height&quot;:309.3559842519685,&quot;left&quot;:59.306299212598425,&quot;top&quot;:89.1867716535433,&quot;width&quot;:851.8722834645669}"/>
</p:tagLst>
</file>

<file path=ppt/tags/tag81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2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3.xml><?xml version="1.0" encoding="utf-8"?>
<p:tagLst xmlns:p="http://schemas.openxmlformats.org/presentationml/2006/main">
  <p:tag name="PA" val="v5.2.10"/>
  <p:tag name="KSO_WM_DIAGRAM_VIRTUALLY_FRAME" val="{&quot;height&quot;:309.3559842519685,&quot;left&quot;:59.306299212598425,&quot;top&quot;:89.1867716535433,&quot;width&quot;:851.8722834645669}"/>
</p:tagLst>
</file>

<file path=ppt/tags/tag84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5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6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7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8.xml><?xml version="1.0" encoding="utf-8"?>
<p:tagLst xmlns:p="http://schemas.openxmlformats.org/presentationml/2006/main">
  <p:tag name="PA" val="v5.2.10"/>
</p:tagLst>
</file>

<file path=ppt/tags/tag89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90.xml><?xml version="1.0" encoding="utf-8"?>
<p:tagLst xmlns:p="http://schemas.openxmlformats.org/presentationml/2006/main">
  <p:tag name="picid" val="{bd346fe8-2899-4684-bf43-8fed2a0f916b}"/>
</p:tagLst>
</file>

<file path=ppt/tags/tag91.xml><?xml version="1.0" encoding="utf-8"?>
<p:tagLst xmlns:p="http://schemas.openxmlformats.org/presentationml/2006/main">
  <p:tag name="PA" val="v5.2.10"/>
</p:tagLst>
</file>

<file path=ppt/tags/tag92.xml><?xml version="1.0" encoding="utf-8"?>
<p:tagLst xmlns:p="http://schemas.openxmlformats.org/presentationml/2006/main">
  <p:tag name="KSO_WPP_MARK_KEY" val="e8b9f2eb-9295-4965-a4b1-75f72c9d74c6"/>
  <p:tag name="COMMONDATA" val="eyJoZGlkIjoiYzQzNjljN2JlMWYxZmFjMjQ2ZDEzMWYyYjIzNjcyZmEifQ=="/>
</p:tagLst>
</file>

<file path=ppt/theme/theme1.xml><?xml version="1.0" encoding="utf-8"?>
<a:theme xmlns:a="http://schemas.openxmlformats.org/drawingml/2006/main" name="Office 主题​​">
  <a:themeElements>
    <a:clrScheme name="自定义 13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8E5"/>
      </a:accent1>
      <a:accent2>
        <a:srgbClr val="2C70FF"/>
      </a:accent2>
      <a:accent3>
        <a:srgbClr val="C1D6FF"/>
      </a:accent3>
      <a:accent4>
        <a:srgbClr val="E6EAF2"/>
      </a:accent4>
      <a:accent5>
        <a:srgbClr val="FAFAFA"/>
      </a:accent5>
      <a:accent6>
        <a:srgbClr val="70AD47"/>
      </a:accent6>
      <a:hlink>
        <a:srgbClr val="0563C1"/>
      </a:hlink>
      <a:folHlink>
        <a:srgbClr val="954F72"/>
      </a:folHlink>
    </a:clrScheme>
    <a:fontScheme name="稻壳儿-黑体常规2">
      <a:majorFont>
        <a:latin typeface="Montserrat ExtraBold"/>
        <a:ea typeface="思源黑体 CN Heavy"/>
        <a:cs typeface=""/>
      </a:majorFont>
      <a:minorFont>
        <a:latin typeface="Montserra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游ゴシック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</Words>
  <Application>WPS 演示</Application>
  <PresentationFormat>宽屏</PresentationFormat>
  <Paragraphs>118</Paragraphs>
  <Slides>8</Slides>
  <Notes>7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黑体</vt:lpstr>
      <vt:lpstr>思源黑体 CN Heavy</vt:lpstr>
      <vt:lpstr>Montserrat</vt:lpstr>
      <vt:lpstr>MiSans Light</vt:lpstr>
      <vt:lpstr>Montserrat ExtraBold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 ming</dc:creator>
  <cp:lastModifiedBy>在雨中等雨停</cp:lastModifiedBy>
  <cp:revision>266</cp:revision>
  <dcterms:created xsi:type="dcterms:W3CDTF">2022-06-27T07:27:00Z</dcterms:created>
  <dcterms:modified xsi:type="dcterms:W3CDTF">2025-07-25T07:01:52Z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A9F9A4CF5ADD43C5B0F589970BB4A7D1_13</vt:lpwstr>
  </property>
  <property fmtid="{D5CDD505-2E9C-101B-9397-08002B2CF9AE}" pid="3" name="KSOProductBuildVer">
    <vt:lpwstr>2052-12.1.0.21915</vt:lpwstr>
  </property>
  <property fmtid="{D5CDD505-2E9C-101B-9397-08002B2CF9AE}" pid="4" name="KSOTemplateUUID">
    <vt:lpwstr>v1.0_mb_qNexfQt/Oy6Yfuste6Wwbw==</vt:lpwstr>
  </property>
</Properties>
</file>