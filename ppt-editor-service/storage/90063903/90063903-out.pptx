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52" r:id="rId7"/>
    <p:sldId id="389" r:id="rId22"/>
    <p:sldId id="390" r:id="rId23"/>
    <p:sldId id="391" r:id="rId24"/>
    <p:sldId id="392" r:id="rId25"/>
    <p:sldId id="358" r:id="rId9"/>
    <p:sldId id="393" r:id="rId26"/>
    <p:sldId id="394" r:id="rId27"/>
    <p:sldId id="395" r:id="rId28"/>
    <p:sldId id="355" r:id="rId10"/>
    <p:sldId id="396" r:id="rId29"/>
    <p:sldId id="397" r:id="rId30"/>
    <p:sldId id="398" r:id="rId31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2026年AI发展报告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专注AI，探索未来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全球AI市场规模爆发式增长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预计2026年全球人工智能市场规模将突破8000亿美元，年复合增长率保持在35%以上。生成式AI在企业级应用中的渗透率从2024年的15%跃升至45%，成为驱动增长的核心引擎。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多模态大模型成为行业标配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文本、图像、音频和视频的统一理解与生成能力已成为基础模型的标准配置。头部厂商推出的新一代模型在逻辑推理和长上下文处理上取得突破，上下文窗口普遍扩展至百万token级别。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AI Agent自主执行能力显著增强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智能体（Agent）技术从单一任务执行向复杂工作流自动化演进，能够独立完成代码编写、数据分析及跨平台操作。企业部署AI Agent后，平均运营效率提升40%，人力成本降低25%。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垂直行业深度融合与落地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医疗、金融、制造三大领域成为AI落地的主战场，精准诊断辅助系统准确率提升至98%，量化交易策略迭代速度加快10倍。工业互联网结合AI预测性维护，使设备故障停机时间减少60%。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算力瓶颈与绿色AI挑战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随着模型规模扩大，训练能耗激增，数据中心电力消耗占全球比重预计达到2%。业界正转向专用AI芯片和液冷技术，力求在提升算力的同时将碳足迹降低30%。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数据隐私与安全合规风险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生成式AI带来的深度伪造和数据泄露问题日益严峻，全球超过50个国家已出台专门的人工智能监管法案。企业需建立严格的数据治理机制，确保模型训练数据的合法性和用户隐私安全。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人才结构性短缺加剧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具备AI架构设计、模型微调及伦理治理能力的复合型人才缺口高达数百万。高校与企业联合培养机制成为主流，内部转岗培训比例上升，以应对快速变化的技术需求。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构建私有化专属大模型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建议企业基于开源基座模型，利用自有高质量数据进行微调，构建符合业务场景的私有化模型。此举可有效保护核心数据资产，同时提升特定任务的处理精度和响应速度。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推行“AI优先”的研发战略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将AI能力嵌入产品全生命周期，从需求分析到代码生成再到测试运维，全面引入AI辅助工具。设立专门的AI创新实验室，鼓励跨部门协作，快速验证并规模化应用AI场景。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加强伦理治理与风险控制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建立人工智能伦理委员会，制定明确的算法审计流程和偏见检测机制。在追求技术突破的同时，确保AI决策的透明度、可解释性及公平性，树立负责任的品牌形象。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