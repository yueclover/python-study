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60" r:id="rId6"/>
    <p:sldId id="389" r:id="rId22"/>
    <p:sldId id="352" r:id="rId7"/>
    <p:sldId id="390" r:id="rId23"/>
    <p:sldId id="356" r:id="rId8"/>
    <p:sldId id="391" r:id="rId24"/>
    <p:sldId id="358" r:id="rId9"/>
    <p:sldId id="392" r:id="rId25"/>
    <p:sldId id="355" r:id="rId10"/>
    <p:sldId id="393" r:id="rId26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《龟兔赛跑》小学语文教案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授课教师：[姓名]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班级：[年级/班级]</a:t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课时：第1课时</a:t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2025年第三季度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/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一、教学目标</a:t>
            </a: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二、教学重难点</a:t>
            </a: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三、教学过程</a:t>
            </a: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四、课后作业</a:t>
            </a: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五、板书设计</a:t>
            </a: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一、教学目标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Teaching Objectives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二、教学重难点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Points &amp; Difficulties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三、教学过程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Teaching Process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四、课后作业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Homework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>五、板书设计</a:t>
            </a: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>Board Design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Blackboard Design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五、板书设计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教学目标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1. 认识“兔、跑”等生字，规范书写。
2. 能流利、有感情地朗读课文。
3. 能复述故事主要经过。
4. 懂得“骄傲使人落后”的道理。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教学目标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教学重难点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教学重点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 识字写字，掌握生字词。
2. 分角色朗读，理解故事内容。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教学难点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 体会龟兔心理变化。
2. 领悟故事深刻寓意。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通过对比分析突破难点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教学重难点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导入新课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导入环节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猜谜语：“头小四腿长”，激发兴趣。
2. 播放动画短片，引入课题。
3. 板书《龟兔赛跑》，简介《伊索寓言》。</a:t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谜语激趣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头小四腿长，尾巴短又短。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动画引入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观看龟兔赛跑动画片段。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背景介绍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出自《伊索寓言》。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初读课文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初读感知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学生自由朗读，圈画生字。
2. 教师范读，纠正字音。
3. 重点学习“兔、围、赛”等9个生字。
4. “开火车”读，检查掌握情况。</a:t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自由朗读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圈画生字，读通句子。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生字学习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兔、围、赛等9字。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检查反馈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开火车读，正音巩固。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精读理解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分段解析比赛过程。
2. 对比兔子“得意睡觉”与乌龟“坚持爬行”。
3. 抓关键词句，体会角色性格差异。</a:t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情节对比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兔子：得意 -&gt; 睡觉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角色分析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乌龟：坚持 -&gt; 爬行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精读感悟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/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/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朗读指导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1. 指导读出兔子骄傲的语气。
2. 指导读出乌龟坚持的语气。
3. 开展旁白、兔子、乌龟分角色朗读。
4. 组织小组课本剧表演，深化体验。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朗读与表演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感悟寓意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讨论反思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 讨论龟兔输赢的原因。
2. 联系生活实际，反思骄傲行为。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总结道理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虚心使人进步，骄傲使人落后。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做事要坚持不懈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寓意升华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课堂小结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小结与作业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回顾本课生字与故事脉络。
2. 教师总结重点知识。
3. 齐读结尾段，强化记忆。
4. 布置课后讲述故事任务。</a:t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知识回顾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生字与故事脉络。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重点总结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虚心与坚持的道理。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课后任务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向家人讲述故事。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课后作业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作业布置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抄写本课生字词。
2. 有感情地朗读课文。
3. 复述故事给父母听。
4. 续编第二次赛跑故事。
5. 收集其他伊索寓言故事。</a:t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基础作业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抄写生字，朗读课文。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拓展作业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复述故事，续编情节。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实践作业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收集寓言，分享交流。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板书设计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左侧：角色对比路径</a:t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右侧：核心寓意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兔子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快 - 骄 - 睡 - 输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乌龟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慢 - 坚 - 持 - 赢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>骄傲使人落后
坚持就是胜利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板书展示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