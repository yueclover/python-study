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322" r:id="rId3"/>
    <p:sldId id="324" r:id="rId5"/>
    <p:sldId id="388" r:id="rId6"/>
  </p:sldIdLst>
  <p:sldSz cx="12192000" cy="6858000"/>
  <p:notesSz cx="6858000" cy="9144000"/>
  <p:embeddedFontLst>
    <p:embeddedFont>
      <p:font typeface="黑体" panose="02010609060101010101" charset="-122"/>
      <p:regular r:id="rId11"/>
    </p:embeddedFont>
    <p:embeddedFont>
      <p:font typeface="思源黑体 CN Heavy" panose="020B0A00000000000000" charset="-122"/>
      <p:bold r:id="rId12"/>
    </p:embeddedFont>
    <p:embeddedFont>
      <p:font typeface="Montserrat" panose="00000500000000000000" charset="0"/>
      <p:regular r:id="rId13"/>
    </p:embeddedFont>
    <p:embeddedFont>
      <p:font typeface="MiSans Light" panose="00000400000000000000" charset="-122"/>
      <p:regular r:id="rId14"/>
    </p:embeddedFont>
    <p:embeddedFont>
      <p:font typeface="Montserrat ExtraBold" panose="00000900000000000000" charset="0"/>
      <p:bold r:id="rId15"/>
    </p:embeddedFont>
  </p:embeddedFontLst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AF2"/>
    <a:srgbClr val="C1D6FF"/>
    <a:srgbClr val="2C70FF"/>
    <a:srgbClr val="0048E5"/>
    <a:srgbClr val="C5E5FF"/>
    <a:srgbClr val="95C0FF"/>
    <a:srgbClr val="E1E6EF"/>
    <a:srgbClr val="CED6E4"/>
    <a:srgbClr val="0E55ED"/>
    <a:srgbClr val="327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 autoAdjust="0"/>
    <p:restoredTop sz="96066" autoAdjust="0"/>
  </p:normalViewPr>
  <p:slideViewPr>
    <p:cSldViewPr snapToGrid="0">
      <p:cViewPr>
        <p:scale>
          <a:sx n="66" d="100"/>
          <a:sy n="66" d="100"/>
        </p:scale>
        <p:origin x="2106" y="7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37.xml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88B30F0F-2FCE-41B7-BA44-BA2C5115099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487887" y="1148162"/>
            <a:ext cx="5110246" cy="5089126"/>
          </a:xfrm>
          <a:custGeom>
            <a:avLst/>
            <a:gdLst>
              <a:gd name="connsiteX0" fmla="*/ 267637 w 5110246"/>
              <a:gd name="connsiteY0" fmla="*/ 0 h 5089126"/>
              <a:gd name="connsiteX1" fmla="*/ 4842609 w 5110246"/>
              <a:gd name="connsiteY1" fmla="*/ 0 h 5089126"/>
              <a:gd name="connsiteX2" fmla="*/ 5110246 w 5110246"/>
              <a:gd name="connsiteY2" fmla="*/ 267637 h 5089126"/>
              <a:gd name="connsiteX3" fmla="*/ 5110246 w 5110246"/>
              <a:gd name="connsiteY3" fmla="*/ 4821489 h 5089126"/>
              <a:gd name="connsiteX4" fmla="*/ 4842609 w 5110246"/>
              <a:gd name="connsiteY4" fmla="*/ 5089126 h 5089126"/>
              <a:gd name="connsiteX5" fmla="*/ 267637 w 5110246"/>
              <a:gd name="connsiteY5" fmla="*/ 5089126 h 5089126"/>
              <a:gd name="connsiteX6" fmla="*/ 0 w 5110246"/>
              <a:gd name="connsiteY6" fmla="*/ 4821489 h 5089126"/>
              <a:gd name="connsiteX7" fmla="*/ 0 w 5110246"/>
              <a:gd name="connsiteY7" fmla="*/ 267637 h 5089126"/>
              <a:gd name="connsiteX8" fmla="*/ 267637 w 5110246"/>
              <a:gd name="connsiteY8" fmla="*/ 0 h 5089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0246" h="5089126">
                <a:moveTo>
                  <a:pt x="267637" y="0"/>
                </a:moveTo>
                <a:lnTo>
                  <a:pt x="4842609" y="0"/>
                </a:lnTo>
                <a:cubicBezTo>
                  <a:pt x="4990421" y="0"/>
                  <a:pt x="5110246" y="119825"/>
                  <a:pt x="5110246" y="267637"/>
                </a:cubicBezTo>
                <a:lnTo>
                  <a:pt x="5110246" y="4821489"/>
                </a:lnTo>
                <a:cubicBezTo>
                  <a:pt x="5110246" y="4969301"/>
                  <a:pt x="4990421" y="5089126"/>
                  <a:pt x="4842609" y="5089126"/>
                </a:cubicBezTo>
                <a:lnTo>
                  <a:pt x="267637" y="5089126"/>
                </a:lnTo>
                <a:cubicBezTo>
                  <a:pt x="119825" y="5089126"/>
                  <a:pt x="0" y="4969301"/>
                  <a:pt x="0" y="4821489"/>
                </a:cubicBezTo>
                <a:lnTo>
                  <a:pt x="0" y="267637"/>
                </a:lnTo>
                <a:cubicBezTo>
                  <a:pt x="0" y="119825"/>
                  <a:pt x="119825" y="0"/>
                  <a:pt x="2676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055687" y="1183704"/>
            <a:ext cx="5230812" cy="3693096"/>
          </a:xfrm>
          <a:custGeom>
            <a:avLst/>
            <a:gdLst>
              <a:gd name="connsiteX0" fmla="*/ 224319 w 5230812"/>
              <a:gd name="connsiteY0" fmla="*/ 0 h 3693096"/>
              <a:gd name="connsiteX1" fmla="*/ 5006493 w 5230812"/>
              <a:gd name="connsiteY1" fmla="*/ 0 h 3693096"/>
              <a:gd name="connsiteX2" fmla="*/ 5230812 w 5230812"/>
              <a:gd name="connsiteY2" fmla="*/ 224319 h 3693096"/>
              <a:gd name="connsiteX3" fmla="*/ 5230812 w 5230812"/>
              <a:gd name="connsiteY3" fmla="*/ 3468777 h 3693096"/>
              <a:gd name="connsiteX4" fmla="*/ 5006493 w 5230812"/>
              <a:gd name="connsiteY4" fmla="*/ 3693096 h 3693096"/>
              <a:gd name="connsiteX5" fmla="*/ 224319 w 5230812"/>
              <a:gd name="connsiteY5" fmla="*/ 3693096 h 3693096"/>
              <a:gd name="connsiteX6" fmla="*/ 0 w 5230812"/>
              <a:gd name="connsiteY6" fmla="*/ 3468777 h 3693096"/>
              <a:gd name="connsiteX7" fmla="*/ 0 w 5230812"/>
              <a:gd name="connsiteY7" fmla="*/ 224319 h 3693096"/>
              <a:gd name="connsiteX8" fmla="*/ 224319 w 5230812"/>
              <a:gd name="connsiteY8" fmla="*/ 0 h 369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0812" h="3693096">
                <a:moveTo>
                  <a:pt x="224319" y="0"/>
                </a:moveTo>
                <a:lnTo>
                  <a:pt x="5006493" y="0"/>
                </a:lnTo>
                <a:cubicBezTo>
                  <a:pt x="5130381" y="0"/>
                  <a:pt x="5230812" y="100431"/>
                  <a:pt x="5230812" y="224319"/>
                </a:cubicBezTo>
                <a:lnTo>
                  <a:pt x="5230812" y="3468777"/>
                </a:lnTo>
                <a:cubicBezTo>
                  <a:pt x="5230812" y="3592665"/>
                  <a:pt x="5130381" y="3693096"/>
                  <a:pt x="5006493" y="3693096"/>
                </a:cubicBezTo>
                <a:lnTo>
                  <a:pt x="224319" y="3693096"/>
                </a:lnTo>
                <a:cubicBezTo>
                  <a:pt x="100431" y="3693096"/>
                  <a:pt x="0" y="3592665"/>
                  <a:pt x="0" y="3468777"/>
                </a:cubicBezTo>
                <a:lnTo>
                  <a:pt x="0" y="224319"/>
                </a:lnTo>
                <a:cubicBezTo>
                  <a:pt x="0" y="100431"/>
                  <a:pt x="100431" y="0"/>
                  <a:pt x="2243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9" y="1148163"/>
            <a:ext cx="5545135" cy="3056888"/>
          </a:xfrm>
          <a:custGeom>
            <a:avLst/>
            <a:gdLst>
              <a:gd name="connsiteX0" fmla="*/ 0 w 5545135"/>
              <a:gd name="connsiteY0" fmla="*/ 0 h 3056888"/>
              <a:gd name="connsiteX1" fmla="*/ 5545135 w 5545135"/>
              <a:gd name="connsiteY1" fmla="*/ 0 h 3056888"/>
              <a:gd name="connsiteX2" fmla="*/ 5545135 w 5545135"/>
              <a:gd name="connsiteY2" fmla="*/ 3056888 h 3056888"/>
              <a:gd name="connsiteX3" fmla="*/ 0 w 5545135"/>
              <a:gd name="connsiteY3" fmla="*/ 3056888 h 305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45135" h="3056888">
                <a:moveTo>
                  <a:pt x="0" y="0"/>
                </a:moveTo>
                <a:lnTo>
                  <a:pt x="5545135" y="0"/>
                </a:lnTo>
                <a:lnTo>
                  <a:pt x="5545135" y="3056888"/>
                </a:lnTo>
                <a:lnTo>
                  <a:pt x="0" y="305688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55689" y="4205050"/>
            <a:ext cx="5040310" cy="2032238"/>
          </a:xfrm>
          <a:custGeom>
            <a:avLst/>
            <a:gdLst>
              <a:gd name="connsiteX0" fmla="*/ 0 w 5040310"/>
              <a:gd name="connsiteY0" fmla="*/ 0 h 2032238"/>
              <a:gd name="connsiteX1" fmla="*/ 5040310 w 5040310"/>
              <a:gd name="connsiteY1" fmla="*/ 0 h 2032238"/>
              <a:gd name="connsiteX2" fmla="*/ 5040310 w 5040310"/>
              <a:gd name="connsiteY2" fmla="*/ 2032238 h 2032238"/>
              <a:gd name="connsiteX3" fmla="*/ 0 w 5040310"/>
              <a:gd name="connsiteY3" fmla="*/ 2032238 h 203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0310" h="2032238">
                <a:moveTo>
                  <a:pt x="0" y="0"/>
                </a:moveTo>
                <a:lnTo>
                  <a:pt x="5040310" y="0"/>
                </a:lnTo>
                <a:lnTo>
                  <a:pt x="5040310" y="2032238"/>
                </a:lnTo>
                <a:lnTo>
                  <a:pt x="0" y="203223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19624" y="1148162"/>
            <a:ext cx="7021513" cy="3881038"/>
          </a:xfrm>
          <a:custGeom>
            <a:avLst/>
            <a:gdLst>
              <a:gd name="connsiteX0" fmla="*/ 291272 w 7021513"/>
              <a:gd name="connsiteY0" fmla="*/ 0 h 3881038"/>
              <a:gd name="connsiteX1" fmla="*/ 6730241 w 7021513"/>
              <a:gd name="connsiteY1" fmla="*/ 0 h 3881038"/>
              <a:gd name="connsiteX2" fmla="*/ 7021513 w 7021513"/>
              <a:gd name="connsiteY2" fmla="*/ 291272 h 3881038"/>
              <a:gd name="connsiteX3" fmla="*/ 7021513 w 7021513"/>
              <a:gd name="connsiteY3" fmla="*/ 3589766 h 3881038"/>
              <a:gd name="connsiteX4" fmla="*/ 6730241 w 7021513"/>
              <a:gd name="connsiteY4" fmla="*/ 3881038 h 3881038"/>
              <a:gd name="connsiteX5" fmla="*/ 291272 w 7021513"/>
              <a:gd name="connsiteY5" fmla="*/ 3881038 h 3881038"/>
              <a:gd name="connsiteX6" fmla="*/ 0 w 7021513"/>
              <a:gd name="connsiteY6" fmla="*/ 3589766 h 3881038"/>
              <a:gd name="connsiteX7" fmla="*/ 0 w 7021513"/>
              <a:gd name="connsiteY7" fmla="*/ 291272 h 3881038"/>
              <a:gd name="connsiteX8" fmla="*/ 291272 w 7021513"/>
              <a:gd name="connsiteY8" fmla="*/ 0 h 38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21513" h="3881038">
                <a:moveTo>
                  <a:pt x="291272" y="0"/>
                </a:moveTo>
                <a:lnTo>
                  <a:pt x="6730241" y="0"/>
                </a:lnTo>
                <a:cubicBezTo>
                  <a:pt x="6891106" y="0"/>
                  <a:pt x="7021513" y="130407"/>
                  <a:pt x="7021513" y="291272"/>
                </a:cubicBezTo>
                <a:lnTo>
                  <a:pt x="7021513" y="3589766"/>
                </a:lnTo>
                <a:cubicBezTo>
                  <a:pt x="7021513" y="3750631"/>
                  <a:pt x="6891106" y="3881038"/>
                  <a:pt x="6730241" y="3881038"/>
                </a:cubicBezTo>
                <a:lnTo>
                  <a:pt x="291272" y="3881038"/>
                </a:lnTo>
                <a:cubicBezTo>
                  <a:pt x="130407" y="3881038"/>
                  <a:pt x="0" y="3750631"/>
                  <a:pt x="0" y="3589766"/>
                </a:cubicBezTo>
                <a:lnTo>
                  <a:pt x="0" y="291272"/>
                </a:lnTo>
                <a:cubicBezTo>
                  <a:pt x="0" y="130407"/>
                  <a:pt x="130407" y="0"/>
                  <a:pt x="2912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06055" y="1266825"/>
            <a:ext cx="2379889" cy="4932475"/>
          </a:xfrm>
          <a:custGeom>
            <a:avLst/>
            <a:gdLst>
              <a:gd name="connsiteX0" fmla="*/ 291870 w 2379889"/>
              <a:gd name="connsiteY0" fmla="*/ 0 h 4932475"/>
              <a:gd name="connsiteX1" fmla="*/ 2088019 w 2379889"/>
              <a:gd name="connsiteY1" fmla="*/ 0 h 4932475"/>
              <a:gd name="connsiteX2" fmla="*/ 2379889 w 2379889"/>
              <a:gd name="connsiteY2" fmla="*/ 291870 h 4932475"/>
              <a:gd name="connsiteX3" fmla="*/ 2379889 w 2379889"/>
              <a:gd name="connsiteY3" fmla="*/ 4640605 h 4932475"/>
              <a:gd name="connsiteX4" fmla="*/ 2088019 w 2379889"/>
              <a:gd name="connsiteY4" fmla="*/ 4932475 h 4932475"/>
              <a:gd name="connsiteX5" fmla="*/ 291870 w 2379889"/>
              <a:gd name="connsiteY5" fmla="*/ 4932475 h 4932475"/>
              <a:gd name="connsiteX6" fmla="*/ 0 w 2379889"/>
              <a:gd name="connsiteY6" fmla="*/ 4640605 h 4932475"/>
              <a:gd name="connsiteX7" fmla="*/ 0 w 2379889"/>
              <a:gd name="connsiteY7" fmla="*/ 291870 h 4932475"/>
              <a:gd name="connsiteX8" fmla="*/ 291870 w 2379889"/>
              <a:gd name="connsiteY8" fmla="*/ 0 h 493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9889" h="4932475">
                <a:moveTo>
                  <a:pt x="291870" y="0"/>
                </a:moveTo>
                <a:lnTo>
                  <a:pt x="2088019" y="0"/>
                </a:lnTo>
                <a:cubicBezTo>
                  <a:pt x="2249214" y="0"/>
                  <a:pt x="2379889" y="130675"/>
                  <a:pt x="2379889" y="291870"/>
                </a:cubicBezTo>
                <a:lnTo>
                  <a:pt x="2379889" y="4640605"/>
                </a:lnTo>
                <a:cubicBezTo>
                  <a:pt x="2379889" y="4801800"/>
                  <a:pt x="2249214" y="4932475"/>
                  <a:pt x="2088019" y="4932475"/>
                </a:cubicBezTo>
                <a:lnTo>
                  <a:pt x="291870" y="4932475"/>
                </a:lnTo>
                <a:cubicBezTo>
                  <a:pt x="130675" y="4932475"/>
                  <a:pt x="0" y="4801800"/>
                  <a:pt x="0" y="4640605"/>
                </a:cubicBezTo>
                <a:lnTo>
                  <a:pt x="0" y="291870"/>
                </a:lnTo>
                <a:cubicBezTo>
                  <a:pt x="0" y="130675"/>
                  <a:pt x="130675" y="0"/>
                  <a:pt x="2918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7" y="0"/>
            <a:ext cx="6096001" cy="4724400"/>
          </a:xfrm>
          <a:custGeom>
            <a:avLst/>
            <a:gdLst>
              <a:gd name="connsiteX0" fmla="*/ 0 w 6096001"/>
              <a:gd name="connsiteY0" fmla="*/ 0 h 4724400"/>
              <a:gd name="connsiteX1" fmla="*/ 6096001 w 6096001"/>
              <a:gd name="connsiteY1" fmla="*/ 0 h 4724400"/>
              <a:gd name="connsiteX2" fmla="*/ 6096001 w 6096001"/>
              <a:gd name="connsiteY2" fmla="*/ 4724400 h 4724400"/>
              <a:gd name="connsiteX3" fmla="*/ 0 w 6096001"/>
              <a:gd name="connsiteY3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1" h="4724400">
                <a:moveTo>
                  <a:pt x="0" y="0"/>
                </a:moveTo>
                <a:lnTo>
                  <a:pt x="6096001" y="0"/>
                </a:lnTo>
                <a:lnTo>
                  <a:pt x="6096001" y="4724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FFCE4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732947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473170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1055688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5581650" y="1125538"/>
            <a:ext cx="6059488" cy="3809998"/>
          </a:xfrm>
          <a:custGeom>
            <a:avLst/>
            <a:gdLst>
              <a:gd name="connsiteX0" fmla="*/ 158801 w 6059488"/>
              <a:gd name="connsiteY0" fmla="*/ 0 h 3809998"/>
              <a:gd name="connsiteX1" fmla="*/ 5900687 w 6059488"/>
              <a:gd name="connsiteY1" fmla="*/ 0 h 3809998"/>
              <a:gd name="connsiteX2" fmla="*/ 6059488 w 6059488"/>
              <a:gd name="connsiteY2" fmla="*/ 158801 h 3809998"/>
              <a:gd name="connsiteX3" fmla="*/ 6059488 w 6059488"/>
              <a:gd name="connsiteY3" fmla="*/ 3651197 h 3809998"/>
              <a:gd name="connsiteX4" fmla="*/ 5900687 w 6059488"/>
              <a:gd name="connsiteY4" fmla="*/ 3809998 h 3809998"/>
              <a:gd name="connsiteX5" fmla="*/ 158801 w 6059488"/>
              <a:gd name="connsiteY5" fmla="*/ 3809998 h 3809998"/>
              <a:gd name="connsiteX6" fmla="*/ 0 w 6059488"/>
              <a:gd name="connsiteY6" fmla="*/ 3651197 h 3809998"/>
              <a:gd name="connsiteX7" fmla="*/ 0 w 6059488"/>
              <a:gd name="connsiteY7" fmla="*/ 158801 h 3809998"/>
              <a:gd name="connsiteX8" fmla="*/ 158801 w 6059488"/>
              <a:gd name="connsiteY8" fmla="*/ 0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59488" h="3809998">
                <a:moveTo>
                  <a:pt x="158801" y="0"/>
                </a:moveTo>
                <a:lnTo>
                  <a:pt x="5900687" y="0"/>
                </a:lnTo>
                <a:cubicBezTo>
                  <a:pt x="5988390" y="0"/>
                  <a:pt x="6059488" y="71098"/>
                  <a:pt x="6059488" y="158801"/>
                </a:cubicBezTo>
                <a:lnTo>
                  <a:pt x="6059488" y="3651197"/>
                </a:lnTo>
                <a:cubicBezTo>
                  <a:pt x="6059488" y="3738900"/>
                  <a:pt x="5988390" y="3809998"/>
                  <a:pt x="5900687" y="3809998"/>
                </a:cubicBezTo>
                <a:lnTo>
                  <a:pt x="158801" y="3809998"/>
                </a:lnTo>
                <a:cubicBezTo>
                  <a:pt x="71098" y="3809998"/>
                  <a:pt x="0" y="3738900"/>
                  <a:pt x="0" y="3651197"/>
                </a:cubicBezTo>
                <a:lnTo>
                  <a:pt x="0" y="158801"/>
                </a:lnTo>
                <a:cubicBezTo>
                  <a:pt x="0" y="71098"/>
                  <a:pt x="71098" y="0"/>
                  <a:pt x="1588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372350" y="0"/>
            <a:ext cx="4819650" cy="6858000"/>
          </a:xfrm>
          <a:custGeom>
            <a:avLst/>
            <a:gdLst>
              <a:gd name="connsiteX0" fmla="*/ 0 w 4819650"/>
              <a:gd name="connsiteY0" fmla="*/ 0 h 6858000"/>
              <a:gd name="connsiteX1" fmla="*/ 4819650 w 4819650"/>
              <a:gd name="connsiteY1" fmla="*/ 0 h 6858000"/>
              <a:gd name="connsiteX2" fmla="*/ 4819650 w 4819650"/>
              <a:gd name="connsiteY2" fmla="*/ 6858000 h 6858000"/>
              <a:gd name="connsiteX3" fmla="*/ 0 w 48196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650" h="6858000">
                <a:moveTo>
                  <a:pt x="0" y="0"/>
                </a:moveTo>
                <a:lnTo>
                  <a:pt x="4819650" y="0"/>
                </a:lnTo>
                <a:lnTo>
                  <a:pt x="48196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0" y="4499428"/>
            <a:ext cx="12192000" cy="2358571"/>
          </a:xfrm>
          <a:custGeom>
            <a:avLst/>
            <a:gdLst>
              <a:gd name="connsiteX0" fmla="*/ 0 w 12192000"/>
              <a:gd name="connsiteY0" fmla="*/ 0 h 2358571"/>
              <a:gd name="connsiteX1" fmla="*/ 12192000 w 12192000"/>
              <a:gd name="connsiteY1" fmla="*/ 0 h 2358571"/>
              <a:gd name="connsiteX2" fmla="*/ 12192000 w 12192000"/>
              <a:gd name="connsiteY2" fmla="*/ 2358571 h 2358571"/>
              <a:gd name="connsiteX3" fmla="*/ 0 w 12192000"/>
              <a:gd name="connsiteY3" fmla="*/ 2358571 h 235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58571">
                <a:moveTo>
                  <a:pt x="0" y="0"/>
                </a:moveTo>
                <a:lnTo>
                  <a:pt x="12192000" y="0"/>
                </a:lnTo>
                <a:lnTo>
                  <a:pt x="12192000" y="2358571"/>
                </a:lnTo>
                <a:lnTo>
                  <a:pt x="0" y="235857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995562" y="3429000"/>
            <a:ext cx="1435383" cy="987034"/>
          </a:xfrm>
          <a:custGeom>
            <a:avLst/>
            <a:gdLst>
              <a:gd name="connsiteX0" fmla="*/ 132894 w 1435383"/>
              <a:gd name="connsiteY0" fmla="*/ 0 h 987034"/>
              <a:gd name="connsiteX1" fmla="*/ 1302489 w 1435383"/>
              <a:gd name="connsiteY1" fmla="*/ 0 h 987034"/>
              <a:gd name="connsiteX2" fmla="*/ 1435383 w 1435383"/>
              <a:gd name="connsiteY2" fmla="*/ 132894 h 987034"/>
              <a:gd name="connsiteX3" fmla="*/ 1435383 w 1435383"/>
              <a:gd name="connsiteY3" fmla="*/ 854140 h 987034"/>
              <a:gd name="connsiteX4" fmla="*/ 1302489 w 1435383"/>
              <a:gd name="connsiteY4" fmla="*/ 987034 h 987034"/>
              <a:gd name="connsiteX5" fmla="*/ 132894 w 1435383"/>
              <a:gd name="connsiteY5" fmla="*/ 987034 h 987034"/>
              <a:gd name="connsiteX6" fmla="*/ 0 w 1435383"/>
              <a:gd name="connsiteY6" fmla="*/ 854140 h 987034"/>
              <a:gd name="connsiteX7" fmla="*/ 0 w 1435383"/>
              <a:gd name="connsiteY7" fmla="*/ 132894 h 987034"/>
              <a:gd name="connsiteX8" fmla="*/ 132894 w 1435383"/>
              <a:gd name="connsiteY8" fmla="*/ 0 h 987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5383" h="987034">
                <a:moveTo>
                  <a:pt x="132894" y="0"/>
                </a:moveTo>
                <a:lnTo>
                  <a:pt x="1302489" y="0"/>
                </a:lnTo>
                <a:cubicBezTo>
                  <a:pt x="1375884" y="0"/>
                  <a:pt x="1435383" y="59499"/>
                  <a:pt x="1435383" y="132894"/>
                </a:cubicBezTo>
                <a:lnTo>
                  <a:pt x="1435383" y="854140"/>
                </a:lnTo>
                <a:cubicBezTo>
                  <a:pt x="1435383" y="927535"/>
                  <a:pt x="1375884" y="987034"/>
                  <a:pt x="1302489" y="987034"/>
                </a:cubicBezTo>
                <a:lnTo>
                  <a:pt x="132894" y="987034"/>
                </a:lnTo>
                <a:cubicBezTo>
                  <a:pt x="59499" y="987034"/>
                  <a:pt x="0" y="927535"/>
                  <a:pt x="0" y="854140"/>
                </a:cubicBezTo>
                <a:lnTo>
                  <a:pt x="0" y="132894"/>
                </a:lnTo>
                <a:cubicBezTo>
                  <a:pt x="0" y="59499"/>
                  <a:pt x="59499" y="0"/>
                  <a:pt x="1328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382945" y="4586513"/>
            <a:ext cx="3048000" cy="1825385"/>
          </a:xfrm>
          <a:custGeom>
            <a:avLst/>
            <a:gdLst>
              <a:gd name="connsiteX0" fmla="*/ 91196 w 3048000"/>
              <a:gd name="connsiteY0" fmla="*/ 0 h 1825385"/>
              <a:gd name="connsiteX1" fmla="*/ 2956804 w 3048000"/>
              <a:gd name="connsiteY1" fmla="*/ 0 h 1825385"/>
              <a:gd name="connsiteX2" fmla="*/ 3048000 w 3048000"/>
              <a:gd name="connsiteY2" fmla="*/ 91196 h 1825385"/>
              <a:gd name="connsiteX3" fmla="*/ 3048000 w 3048000"/>
              <a:gd name="connsiteY3" fmla="*/ 1734189 h 1825385"/>
              <a:gd name="connsiteX4" fmla="*/ 2956804 w 3048000"/>
              <a:gd name="connsiteY4" fmla="*/ 1825385 h 1825385"/>
              <a:gd name="connsiteX5" fmla="*/ 91196 w 3048000"/>
              <a:gd name="connsiteY5" fmla="*/ 1825385 h 1825385"/>
              <a:gd name="connsiteX6" fmla="*/ 0 w 3048000"/>
              <a:gd name="connsiteY6" fmla="*/ 1734189 h 1825385"/>
              <a:gd name="connsiteX7" fmla="*/ 0 w 3048000"/>
              <a:gd name="connsiteY7" fmla="*/ 91196 h 1825385"/>
              <a:gd name="connsiteX8" fmla="*/ 91196 w 3048000"/>
              <a:gd name="connsiteY8" fmla="*/ 0 h 182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8000" h="1825385">
                <a:moveTo>
                  <a:pt x="91196" y="0"/>
                </a:moveTo>
                <a:lnTo>
                  <a:pt x="2956804" y="0"/>
                </a:lnTo>
                <a:cubicBezTo>
                  <a:pt x="3007170" y="0"/>
                  <a:pt x="3048000" y="40830"/>
                  <a:pt x="3048000" y="91196"/>
                </a:cubicBezTo>
                <a:lnTo>
                  <a:pt x="3048000" y="1734189"/>
                </a:lnTo>
                <a:cubicBezTo>
                  <a:pt x="3048000" y="1784555"/>
                  <a:pt x="3007170" y="1825385"/>
                  <a:pt x="2956804" y="1825385"/>
                </a:cubicBezTo>
                <a:lnTo>
                  <a:pt x="91196" y="1825385"/>
                </a:lnTo>
                <a:cubicBezTo>
                  <a:pt x="40830" y="1825385"/>
                  <a:pt x="0" y="1784555"/>
                  <a:pt x="0" y="1734189"/>
                </a:cubicBezTo>
                <a:lnTo>
                  <a:pt x="0" y="91196"/>
                </a:lnTo>
                <a:cubicBezTo>
                  <a:pt x="0" y="40830"/>
                  <a:pt x="40830" y="0"/>
                  <a:pt x="911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633830" y="3146474"/>
            <a:ext cx="3007308" cy="1330312"/>
          </a:xfrm>
          <a:custGeom>
            <a:avLst/>
            <a:gdLst>
              <a:gd name="connsiteX0" fmla="*/ 147678 w 3007308"/>
              <a:gd name="connsiteY0" fmla="*/ 0 h 1330312"/>
              <a:gd name="connsiteX1" fmla="*/ 2859630 w 3007308"/>
              <a:gd name="connsiteY1" fmla="*/ 0 h 1330312"/>
              <a:gd name="connsiteX2" fmla="*/ 3007308 w 3007308"/>
              <a:gd name="connsiteY2" fmla="*/ 147678 h 1330312"/>
              <a:gd name="connsiteX3" fmla="*/ 3007308 w 3007308"/>
              <a:gd name="connsiteY3" fmla="*/ 1182634 h 1330312"/>
              <a:gd name="connsiteX4" fmla="*/ 2859630 w 3007308"/>
              <a:gd name="connsiteY4" fmla="*/ 1330312 h 1330312"/>
              <a:gd name="connsiteX5" fmla="*/ 147678 w 3007308"/>
              <a:gd name="connsiteY5" fmla="*/ 1330312 h 1330312"/>
              <a:gd name="connsiteX6" fmla="*/ 0 w 3007308"/>
              <a:gd name="connsiteY6" fmla="*/ 1182634 h 1330312"/>
              <a:gd name="connsiteX7" fmla="*/ 0 w 3007308"/>
              <a:gd name="connsiteY7" fmla="*/ 147678 h 1330312"/>
              <a:gd name="connsiteX8" fmla="*/ 147678 w 3007308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07308" h="1330312">
                <a:moveTo>
                  <a:pt x="147678" y="0"/>
                </a:moveTo>
                <a:lnTo>
                  <a:pt x="2859630" y="0"/>
                </a:lnTo>
                <a:cubicBezTo>
                  <a:pt x="2941190" y="0"/>
                  <a:pt x="3007308" y="66118"/>
                  <a:pt x="3007308" y="147678"/>
                </a:cubicBezTo>
                <a:lnTo>
                  <a:pt x="3007308" y="1182634"/>
                </a:lnTo>
                <a:cubicBezTo>
                  <a:pt x="3007308" y="1264194"/>
                  <a:pt x="2941190" y="1330312"/>
                  <a:pt x="2859630" y="1330312"/>
                </a:cubicBezTo>
                <a:lnTo>
                  <a:pt x="147678" y="1330312"/>
                </a:lnTo>
                <a:cubicBezTo>
                  <a:pt x="66118" y="1330312"/>
                  <a:pt x="0" y="1264194"/>
                  <a:pt x="0" y="1182634"/>
                </a:cubicBezTo>
                <a:lnTo>
                  <a:pt x="0" y="147678"/>
                </a:lnTo>
                <a:cubicBezTo>
                  <a:pt x="0" y="66118"/>
                  <a:pt x="66118" y="0"/>
                  <a:pt x="1476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8633830" y="4677284"/>
            <a:ext cx="1255034" cy="749882"/>
          </a:xfrm>
          <a:custGeom>
            <a:avLst/>
            <a:gdLst>
              <a:gd name="connsiteX0" fmla="*/ 100964 w 1255034"/>
              <a:gd name="connsiteY0" fmla="*/ 0 h 749882"/>
              <a:gd name="connsiteX1" fmla="*/ 1154070 w 1255034"/>
              <a:gd name="connsiteY1" fmla="*/ 0 h 749882"/>
              <a:gd name="connsiteX2" fmla="*/ 1255034 w 1255034"/>
              <a:gd name="connsiteY2" fmla="*/ 100964 h 749882"/>
              <a:gd name="connsiteX3" fmla="*/ 1255034 w 1255034"/>
              <a:gd name="connsiteY3" fmla="*/ 648918 h 749882"/>
              <a:gd name="connsiteX4" fmla="*/ 1154070 w 1255034"/>
              <a:gd name="connsiteY4" fmla="*/ 749882 h 749882"/>
              <a:gd name="connsiteX5" fmla="*/ 100964 w 1255034"/>
              <a:gd name="connsiteY5" fmla="*/ 749882 h 749882"/>
              <a:gd name="connsiteX6" fmla="*/ 0 w 1255034"/>
              <a:gd name="connsiteY6" fmla="*/ 648918 h 749882"/>
              <a:gd name="connsiteX7" fmla="*/ 0 w 1255034"/>
              <a:gd name="connsiteY7" fmla="*/ 100964 h 749882"/>
              <a:gd name="connsiteX8" fmla="*/ 100964 w 1255034"/>
              <a:gd name="connsiteY8" fmla="*/ 0 h 74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5034" h="749882">
                <a:moveTo>
                  <a:pt x="100964" y="0"/>
                </a:moveTo>
                <a:lnTo>
                  <a:pt x="1154070" y="0"/>
                </a:lnTo>
                <a:cubicBezTo>
                  <a:pt x="1209831" y="0"/>
                  <a:pt x="1255034" y="45203"/>
                  <a:pt x="1255034" y="100964"/>
                </a:cubicBezTo>
                <a:lnTo>
                  <a:pt x="1255034" y="648918"/>
                </a:lnTo>
                <a:cubicBezTo>
                  <a:pt x="1255034" y="704679"/>
                  <a:pt x="1209831" y="749882"/>
                  <a:pt x="1154070" y="749882"/>
                </a:cubicBezTo>
                <a:lnTo>
                  <a:pt x="100964" y="749882"/>
                </a:lnTo>
                <a:cubicBezTo>
                  <a:pt x="45203" y="749882"/>
                  <a:pt x="0" y="704679"/>
                  <a:pt x="0" y="648918"/>
                </a:cubicBezTo>
                <a:lnTo>
                  <a:pt x="0" y="100964"/>
                </a:lnTo>
                <a:cubicBezTo>
                  <a:pt x="0" y="45203"/>
                  <a:pt x="45203" y="0"/>
                  <a:pt x="1009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7" Type="http://schemas.openxmlformats.org/officeDocument/2006/relationships/notesSlide" Target="../notesSlides/notesSlide2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3.xml"/><Relationship Id="rId29" Type="http://schemas.openxmlformats.org/officeDocument/2006/relationships/image" Target="../media/image4.png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image" Target="../media/image3.png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9" name="文本框 6"/>
          <p:cNvSpPr txBox="1"/>
          <p:nvPr>
            <p:custDataLst>
              <p:tags r:id="rId2"/>
            </p:custDataLst>
          </p:nvPr>
        </p:nvSpPr>
        <p:spPr>
          <a:xfrm>
            <a:off x="958850" y="3129915"/>
            <a:ext cx="57848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工作总结汇报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汇报人：×××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68045" y="2258060"/>
            <a:ext cx="6959600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r>
              <a:rPr lang="en-US" altLang="zh-CN" sz="6000" dirty="0">
                <a:ln>
                  <a:solidFill>
                    <a:schemeClr val="bg1"/>
                  </a:solidFill>
                </a:ln>
                <a:noFill/>
              </a:rPr>
              <a:t>2025</a:t>
            </a:r>
            <a:r>
              <a:rPr lang="zh-CN" altLang="en-US" sz="6000" dirty="0">
                <a:ln>
                  <a:solidFill>
                    <a:schemeClr val="bg1"/>
                  </a:solidFill>
                </a:ln>
                <a:noFill/>
              </a:rPr>
              <a:t>年第</a:t>
            </a:r>
            <a:r>
              <a:rPr lang="zh-CN" altLang="en-US" sz="6000" dirty="0">
                <a:ln>
                  <a:solidFill>
                    <a:schemeClr val="bg1"/>
                  </a:solidFill>
                </a:ln>
                <a:noFill/>
              </a:rPr>
              <a:t>三季度</a:t>
            </a:r>
            <a:endParaRPr lang="zh-CN" altLang="en-US" sz="60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431367" y="202692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</a:rPr>
              <a:t>专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注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AI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 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探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索未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01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三季度工作完成情况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Q3 Progress Summary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4400" dirty="0">
                <a:ln>
                  <a:solidFill>
                    <a:schemeClr val="accent2"/>
                  </a:solidFill>
                </a:ln>
                <a:no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创新与成长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Technological innovation and growth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想法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和建议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Ideas and suggestions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存在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主要问题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There are major problem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Q4 Strategic Roadmap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四季度工作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规划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汇报人：×××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378662" y="230886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</a:rPr>
              <a:t>专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注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AI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 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探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索未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  <p:sp>
        <p:nvSpPr>
          <p:cNvPr id="5" name="文本框 6"/>
          <p:cNvSpPr txBox="1"/>
          <p:nvPr>
            <p:custDataLst>
              <p:tags r:id="rId4"/>
            </p:custDataLst>
          </p:nvPr>
        </p:nvSpPr>
        <p:spPr>
          <a:xfrm>
            <a:off x="958706" y="2837040"/>
            <a:ext cx="8697912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800" dirty="0">
                <a:solidFill>
                  <a:schemeClr val="bg1"/>
                </a:solidFill>
                <a:latin typeface="+mj-ea"/>
                <a:ea typeface="+mj-ea"/>
              </a:rPr>
              <a:t>感谢观看</a:t>
            </a:r>
            <a:endParaRPr lang="zh-CN" altLang="en-US" sz="8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7122" y="1920490"/>
            <a:ext cx="3890385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r>
              <a:rPr lang="en-US" altLang="zh-CN" sz="6600" dirty="0">
                <a:ln>
                  <a:solidFill>
                    <a:schemeClr val="bg1"/>
                  </a:solidFill>
                </a:ln>
                <a:noFill/>
              </a:rPr>
              <a:t>TANKS</a:t>
            </a:r>
            <a:endParaRPr lang="zh-CN" altLang="en-US" sz="6600" dirty="0">
              <a:ln>
                <a:solidFill>
                  <a:schemeClr val="bg1"/>
                </a:solidFill>
              </a:ln>
              <a:noFill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0"/>
</p:tagLst>
</file>

<file path=ppt/tags/tag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6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1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5.xml><?xml version="1.0" encoding="utf-8"?>
<p:tagLst xmlns:p="http://schemas.openxmlformats.org/presentationml/2006/main">
  <p:tag name="PA" val="v5.2.10"/>
</p:tagLst>
</file>

<file path=ppt/tags/tag16.xml><?xml version="1.0" encoding="utf-8"?>
<p:tagLst xmlns:p="http://schemas.openxmlformats.org/presentationml/2006/main">
  <p:tag name="PA" val="v5.2.10"/>
</p:tagLst>
</file>

<file path=ppt/tags/tag1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1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6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7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8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3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5.xml><?xml version="1.0" encoding="utf-8"?>
<p:tagLst xmlns:p="http://schemas.openxmlformats.org/presentationml/2006/main">
  <p:tag name="picid" val="{bd346fe8-2899-4684-bf43-8fed2a0f916b}"/>
</p:tagLst>
</file>

<file path=ppt/tags/tag36.xml><?xml version="1.0" encoding="utf-8"?>
<p:tagLst xmlns:p="http://schemas.openxmlformats.org/presentationml/2006/main">
  <p:tag name="PA" val="v5.2.10"/>
</p:tagLst>
</file>

<file path=ppt/tags/tag37.xml><?xml version="1.0" encoding="utf-8"?>
<p:tagLst xmlns:p="http://schemas.openxmlformats.org/presentationml/2006/main">
  <p:tag name="KSO_WPP_MARK_KEY" val="e8b9f2eb-9295-4965-a4b1-75f72c9d74c6"/>
  <p:tag name="COMMONDATA" val="eyJoZGlkIjoiYzQzNjljN2JlMWYxZmFjMjQ2ZDEzMWYyYjIzNjcyZmEifQ=="/>
</p:tagLst>
</file>

<file path=ppt/theme/theme1.xml><?xml version="1.0" encoding="utf-8"?>
<a:theme xmlns:a="http://schemas.openxmlformats.org/drawingml/2006/main" name="Office 主题​​">
  <a:themeElements>
    <a:clrScheme name="自定义 13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8E5"/>
      </a:accent1>
      <a:accent2>
        <a:srgbClr val="2C70FF"/>
      </a:accent2>
      <a:accent3>
        <a:srgbClr val="C1D6FF"/>
      </a:accent3>
      <a:accent4>
        <a:srgbClr val="E6EAF2"/>
      </a:accent4>
      <a:accent5>
        <a:srgbClr val="FAFAFA"/>
      </a:accent5>
      <a:accent6>
        <a:srgbClr val="70AD47"/>
      </a:accent6>
      <a:hlink>
        <a:srgbClr val="0563C1"/>
      </a:hlink>
      <a:folHlink>
        <a:srgbClr val="954F72"/>
      </a:folHlink>
    </a:clrScheme>
    <a:fontScheme name="稻壳儿-黑体常规2">
      <a:majorFont>
        <a:latin typeface="Montserrat ExtraBold"/>
        <a:ea typeface="思源黑体 CN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游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WPS 演示</Application>
  <PresentationFormat>宽屏</PresentationFormat>
  <Paragraphs>62</Paragraphs>
  <Slides>3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黑体</vt:lpstr>
      <vt:lpstr>思源黑体 CN Heavy</vt:lpstr>
      <vt:lpstr>Montserrat</vt:lpstr>
      <vt:lpstr>MiSans Light</vt:lpstr>
      <vt:lpstr>Montserrat ExtraBold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↪浮生寄流年</cp:lastModifiedBy>
  <cp:revision>267</cp:revision>
  <dcterms:created xsi:type="dcterms:W3CDTF">2022-06-27T07:27:00Z</dcterms:created>
  <dcterms:modified xsi:type="dcterms:W3CDTF">2026-06-22T01:55:11Z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5ED0458BD9994E338276EC2E9B3B4676_13</vt:lpwstr>
  </property>
  <property fmtid="{D5CDD505-2E9C-101B-9397-08002B2CF9AE}" pid="3" name="KSOProductBuildVer">
    <vt:lpwstr>2052-12.1.0.26895</vt:lpwstr>
  </property>
  <property fmtid="{D5CDD505-2E9C-101B-9397-08002B2CF9AE}" pid="4" name="KSOTemplateUUID">
    <vt:lpwstr>v1.0_mb_qNexfQt/Oy6Yfuste6Wwbw==</vt:lpwstr>
  </property>
</Properties>
</file>