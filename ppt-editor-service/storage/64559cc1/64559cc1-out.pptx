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322" r:id="rId3"/>
    <p:sldId id="324" r:id="rId5"/>
    <p:sldId id="388" r:id="rId6"/>
  </p:sldIdLst>
  <p:sldSz cx="12192000" cy="6858000"/>
  <p:notesSz cx="6858000" cy="9144000"/>
  <p:embeddedFontLst>
    <p:embeddedFont>
      <p:font typeface="黑体" panose="02010609060101010101" charset="-122"/>
      <p:regular r:id="rId11"/>
    </p:embeddedFont>
    <p:embeddedFont>
      <p:font typeface="思源黑体 CN Heavy" panose="020B0A00000000000000" charset="-122"/>
      <p:bold r:id="rId12"/>
    </p:embeddedFont>
    <p:embeddedFont>
      <p:font typeface="Montserrat" panose="00000500000000000000" charset="0"/>
      <p:regular r:id="rId13"/>
    </p:embeddedFont>
    <p:embeddedFont>
      <p:font typeface="MiSans Light" panose="00000400000000000000" charset="-122"/>
      <p:regular r:id="rId14"/>
    </p:embeddedFont>
    <p:embeddedFont>
      <p:font typeface="Montserrat ExtraBold" panose="00000900000000000000" charset="0"/>
      <p:bold r:id="rId15"/>
    </p:embeddedFont>
  </p:embeddedFontLst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tags" Target="tags/tag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image" Target="../media/image4.png"/><Relationship Id="rId30" Type="http://schemas.openxmlformats.org/officeDocument/2006/relationships/tags" Target="../tags/tag29.xml"/><Relationship Id="rId31" Type="http://schemas.openxmlformats.org/officeDocument/2006/relationships/tags" Target="../tags/tag30.xml"/><Relationship Id="rId32" Type="http://schemas.openxmlformats.org/officeDocument/2006/relationships/tags" Target="../tags/tag31.xml"/><Relationship Id="rId33" Type="http://schemas.openxmlformats.org/officeDocument/2006/relationships/tags" Target="../tags/tag32.xml"/><Relationship Id="rId34" Type="http://schemas.openxmlformats.org/officeDocument/2006/relationships/tags" Target="../tags/tag33.xml"/><Relationship Id="rId35" Type="http://schemas.openxmlformats.org/officeDocument/2006/relationships/tags" Target="../tags/tag34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tags" Target="../tags/tag3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龟兔赛跑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小学经典寓言教案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适用年级：小学二年级 | 学科：语文 · 寓言故事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000" dirty="0">
                <a:ln>
                  <a:solidFill>
                    <a:schemeClr val="bg1"/>
                  </a:solidFill>
                </a:ln>
                <a:solidFill/>
              </a:rPr>
              <a:t>授课教师：XXX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/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一、教学目标</a:t>
            </a:r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二、故事导入</a:t>
            </a:r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三、课文朗读与理解</a:t>
            </a:r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四、角色扮演与情景再现</a:t>
            </a:r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五、寓意总结与德育渗透</a:t>
            </a:r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六、课堂练习与作业布置</a:t>
            </a:r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一、教学目标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Teaching Objectives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/>
            <a:r>
              <a:rPr lang="en-US" altLang="zh-CN" sz="4400" dirty="0">
                <a:ln>
                  <a:solidFill>
                    <a:schemeClr val="accent2"/>
                  </a:solidFill>
                </a:ln>
                <a:solid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感谢聆听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愿小朋友们都能做勤勤恳恳的小乌龟，不做骄傲偷懒的小兔子！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/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谢谢观看 | 欢迎各位老师批评指正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600" dirty="0">
                <a:ln>
                  <a:solidFill>
                    <a:schemeClr val="bg1"/>
                  </a:solidFill>
                </a:ln>
                <a:solidFill/>
              </a:rPr>
              <a:t>TANKS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bd346fe8-2899-4684-bf43-8fed2a0f916b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WPS 演示</Application>
  <PresentationFormat>宽屏</PresentationFormat>
  <Paragraphs>62</Paragraphs>
  <Slides>3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↪浮生寄流年</cp:lastModifiedBy>
  <cp:revision>267</cp:revision>
  <dcterms:created xsi:type="dcterms:W3CDTF">2022-06-27T07:27:00Z</dcterms:created>
  <dcterms:modified xsi:type="dcterms:W3CDTF">2026-06-22T01:55:11Z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5ED0458BD9994E338276EC2E9B3B4676_13</vt:lpwstr>
  </property>
  <property fmtid="{D5CDD505-2E9C-101B-9397-08002B2CF9AE}" pid="3" name="KSOProductBuildVer">
    <vt:lpwstr>2052-12.1.0.26895</vt:lpwstr>
  </property>
  <property fmtid="{D5CDD505-2E9C-101B-9397-08002B2CF9AE}" pid="4" name="KSOTemplateUUID">
    <vt:lpwstr>v1.0_mb_qNexfQt/Oy6Yfuste6Wwbw==</vt:lpwstr>
  </property>
</Properties>
</file>